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8" r:id="rId5"/>
    <p:sldId id="283" r:id="rId6"/>
    <p:sldId id="278" r:id="rId7"/>
    <p:sldId id="265" r:id="rId8"/>
    <p:sldId id="286" r:id="rId9"/>
    <p:sldId id="289" r:id="rId10"/>
    <p:sldId id="288" r:id="rId11"/>
    <p:sldId id="291" r:id="rId12"/>
    <p:sldId id="270" r:id="rId13"/>
    <p:sldId id="290" r:id="rId14"/>
    <p:sldId id="292" r:id="rId15"/>
    <p:sldId id="287" r:id="rId16"/>
    <p:sldId id="272" r:id="rId17"/>
    <p:sldId id="279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13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BAE575-C363-4BDC-A464-E0B4E20C3504}" v="92" dt="2024-04-04T18:46:53.525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30"/>
  </p:normalViewPr>
  <p:slideViewPr>
    <p:cSldViewPr snapToGrid="0" showGuides="1">
      <p:cViewPr>
        <p:scale>
          <a:sx n="63" d="100"/>
          <a:sy n="63" d="100"/>
        </p:scale>
        <p:origin x="84" y="56"/>
      </p:cViewPr>
      <p:guideLst>
        <p:guide orient="horz" pos="2184"/>
        <p:guide pos="456"/>
        <p:guide pos="3840"/>
        <p:guide pos="7224"/>
        <p:guide orient="horz" pos="408"/>
        <p:guide orient="horz" pos="1392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Barreiro" userId="b1b9fb65cfc13dc1" providerId="LiveId" clId="{81BAE575-C363-4BDC-A464-E0B4E20C3504}"/>
    <pc:docChg chg="undo redo custSel addSld delSld modSld sldOrd">
      <pc:chgData name="Daniel Barreiro" userId="b1b9fb65cfc13dc1" providerId="LiveId" clId="{81BAE575-C363-4BDC-A464-E0B4E20C3504}" dt="2024-04-04T18:50:21.872" v="1450" actId="1076"/>
      <pc:docMkLst>
        <pc:docMk/>
      </pc:docMkLst>
      <pc:sldChg chg="modSp mod">
        <pc:chgData name="Daniel Barreiro" userId="b1b9fb65cfc13dc1" providerId="LiveId" clId="{81BAE575-C363-4BDC-A464-E0B4E20C3504}" dt="2024-04-04T18:45:06.133" v="1401" actId="20577"/>
        <pc:sldMkLst>
          <pc:docMk/>
          <pc:sldMk cId="2827593924" sldId="258"/>
        </pc:sldMkLst>
        <pc:spChg chg="mod">
          <ac:chgData name="Daniel Barreiro" userId="b1b9fb65cfc13dc1" providerId="LiveId" clId="{81BAE575-C363-4BDC-A464-E0B4E20C3504}" dt="2024-04-04T18:45:06.133" v="1401" actId="20577"/>
          <ac:spMkLst>
            <pc:docMk/>
            <pc:sldMk cId="2827593924" sldId="258"/>
            <ac:spMk id="2" creationId="{B0528762-BFD9-B53C-F438-D440DBFDD2F9}"/>
          </ac:spMkLst>
        </pc:spChg>
      </pc:sldChg>
      <pc:sldChg chg="addSp delSp modSp mod setBg">
        <pc:chgData name="Daniel Barreiro" userId="b1b9fb65cfc13dc1" providerId="LiveId" clId="{81BAE575-C363-4BDC-A464-E0B4E20C3504}" dt="2024-04-04T18:47:40.371" v="1423" actId="207"/>
        <pc:sldMkLst>
          <pc:docMk/>
          <pc:sldMk cId="3989327033" sldId="265"/>
        </pc:sldMkLst>
        <pc:spChg chg="add mod">
          <ac:chgData name="Daniel Barreiro" userId="b1b9fb65cfc13dc1" providerId="LiveId" clId="{81BAE575-C363-4BDC-A464-E0B4E20C3504}" dt="2024-04-04T18:46:53.525" v="1407"/>
          <ac:spMkLst>
            <pc:docMk/>
            <pc:sldMk cId="3989327033" sldId="265"/>
            <ac:spMk id="2" creationId="{9716F482-AAE5-CC0E-D1DE-3F626FF0605B}"/>
          </ac:spMkLst>
        </pc:spChg>
        <pc:spChg chg="mod">
          <ac:chgData name="Daniel Barreiro" userId="b1b9fb65cfc13dc1" providerId="LiveId" clId="{81BAE575-C363-4BDC-A464-E0B4E20C3504}" dt="2024-04-04T18:47:40.371" v="1423" actId="207"/>
          <ac:spMkLst>
            <pc:docMk/>
            <pc:sldMk cId="3989327033" sldId="265"/>
            <ac:spMk id="5" creationId="{312EF1DE-337F-5192-8762-CB5AF953805D}"/>
          </ac:spMkLst>
        </pc:spChg>
        <pc:spChg chg="add del">
          <ac:chgData name="Daniel Barreiro" userId="b1b9fb65cfc13dc1" providerId="LiveId" clId="{81BAE575-C363-4BDC-A464-E0B4E20C3504}" dt="2024-04-04T18:09:32.616" v="1086" actId="26606"/>
          <ac:spMkLst>
            <pc:docMk/>
            <pc:sldMk cId="3989327033" sldId="265"/>
            <ac:spMk id="10" creationId="{4C914057-CF12-017E-B2D8-B25B6E322913}"/>
          </ac:spMkLst>
        </pc:spChg>
        <pc:spChg chg="mod">
          <ac:chgData name="Daniel Barreiro" userId="b1b9fb65cfc13dc1" providerId="LiveId" clId="{81BAE575-C363-4BDC-A464-E0B4E20C3504}" dt="2024-04-04T18:09:32.616" v="1086" actId="26606"/>
          <ac:spMkLst>
            <pc:docMk/>
            <pc:sldMk cId="3989327033" sldId="265"/>
            <ac:spMk id="24" creationId="{A8BD3563-74C4-0E4D-FE4C-A2AA33C321BD}"/>
          </ac:spMkLst>
        </pc:spChg>
        <pc:spChg chg="add del">
          <ac:chgData name="Daniel Barreiro" userId="b1b9fb65cfc13dc1" providerId="LiveId" clId="{81BAE575-C363-4BDC-A464-E0B4E20C3504}" dt="2024-04-04T18:09:32.616" v="1086" actId="26606"/>
          <ac:spMkLst>
            <pc:docMk/>
            <pc:sldMk cId="3989327033" sldId="265"/>
            <ac:spMk id="26" creationId="{1B965062-2188-8946-4E8D-11467C7A44E9}"/>
          </ac:spMkLst>
        </pc:spChg>
        <pc:spChg chg="add del">
          <ac:chgData name="Daniel Barreiro" userId="b1b9fb65cfc13dc1" providerId="LiveId" clId="{81BAE575-C363-4BDC-A464-E0B4E20C3504}" dt="2024-04-04T18:09:26.030" v="1084" actId="26606"/>
          <ac:spMkLst>
            <pc:docMk/>
            <pc:sldMk cId="3989327033" sldId="265"/>
            <ac:spMk id="29" creationId="{1B965062-2188-8946-4E8D-11467C7A44E9}"/>
          </ac:spMkLst>
        </pc:spChg>
        <pc:graphicFrameChg chg="mod modGraphic">
          <ac:chgData name="Daniel Barreiro" userId="b1b9fb65cfc13dc1" providerId="LiveId" clId="{81BAE575-C363-4BDC-A464-E0B4E20C3504}" dt="2024-04-04T18:42:06.209" v="1358" actId="207"/>
          <ac:graphicFrameMkLst>
            <pc:docMk/>
            <pc:sldMk cId="3989327033" sldId="265"/>
            <ac:graphicFrameMk id="6" creationId="{22B9DA50-27D0-1E9C-143F-9F4FD8F5E999}"/>
          </ac:graphicFrameMkLst>
        </pc:graphicFrameChg>
      </pc:sldChg>
      <pc:sldChg chg="modSp mod">
        <pc:chgData name="Daniel Barreiro" userId="b1b9fb65cfc13dc1" providerId="LiveId" clId="{81BAE575-C363-4BDC-A464-E0B4E20C3504}" dt="2024-03-26T20:03:04.004" v="691" actId="255"/>
        <pc:sldMkLst>
          <pc:docMk/>
          <pc:sldMk cId="1514052440" sldId="272"/>
        </pc:sldMkLst>
        <pc:spChg chg="mod">
          <ac:chgData name="Daniel Barreiro" userId="b1b9fb65cfc13dc1" providerId="LiveId" clId="{81BAE575-C363-4BDC-A464-E0B4E20C3504}" dt="2024-03-26T20:01:50.967" v="674" actId="20577"/>
          <ac:spMkLst>
            <pc:docMk/>
            <pc:sldMk cId="1514052440" sldId="272"/>
            <ac:spMk id="3" creationId="{F3CEE2BD-CD8C-7150-B844-1E9A1FB15E54}"/>
          </ac:spMkLst>
        </pc:spChg>
        <pc:spChg chg="mod">
          <ac:chgData name="Daniel Barreiro" userId="b1b9fb65cfc13dc1" providerId="LiveId" clId="{81BAE575-C363-4BDC-A464-E0B4E20C3504}" dt="2024-03-26T20:03:04.004" v="691" actId="255"/>
          <ac:spMkLst>
            <pc:docMk/>
            <pc:sldMk cId="1514052440" sldId="272"/>
            <ac:spMk id="11" creationId="{CFC65B13-DBA7-CB3E-F251-880122C1E57B}"/>
          </ac:spMkLst>
        </pc:spChg>
      </pc:sldChg>
      <pc:sldChg chg="addSp delSp modSp mod">
        <pc:chgData name="Daniel Barreiro" userId="b1b9fb65cfc13dc1" providerId="LiveId" clId="{81BAE575-C363-4BDC-A464-E0B4E20C3504}" dt="2024-03-26T19:33:50.053" v="454" actId="478"/>
        <pc:sldMkLst>
          <pc:docMk/>
          <pc:sldMk cId="3161219934" sldId="274"/>
        </pc:sldMkLst>
        <pc:spChg chg="mod">
          <ac:chgData name="Daniel Barreiro" userId="b1b9fb65cfc13dc1" providerId="LiveId" clId="{81BAE575-C363-4BDC-A464-E0B4E20C3504}" dt="2024-03-26T19:26:51.537" v="275" actId="1076"/>
          <ac:spMkLst>
            <pc:docMk/>
            <pc:sldMk cId="3161219934" sldId="274"/>
            <ac:spMk id="3" creationId="{1945C2F8-2E24-F46B-AC7B-3070B381497A}"/>
          </ac:spMkLst>
        </pc:spChg>
        <pc:spChg chg="add del mod">
          <ac:chgData name="Daniel Barreiro" userId="b1b9fb65cfc13dc1" providerId="LiveId" clId="{81BAE575-C363-4BDC-A464-E0B4E20C3504}" dt="2024-03-26T19:33:50.053" v="454" actId="478"/>
          <ac:spMkLst>
            <pc:docMk/>
            <pc:sldMk cId="3161219934" sldId="274"/>
            <ac:spMk id="4" creationId="{9017D05E-72B6-DF8F-7F2B-7D40D45CC6D2}"/>
          </ac:spMkLst>
        </pc:spChg>
        <pc:spChg chg="add del mod">
          <ac:chgData name="Daniel Barreiro" userId="b1b9fb65cfc13dc1" providerId="LiveId" clId="{81BAE575-C363-4BDC-A464-E0B4E20C3504}" dt="2024-03-26T19:33:47.171" v="453" actId="478"/>
          <ac:spMkLst>
            <pc:docMk/>
            <pc:sldMk cId="3161219934" sldId="274"/>
            <ac:spMk id="6" creationId="{7DA212DC-D3DD-DD6B-D644-0F7B9BA98E17}"/>
          </ac:spMkLst>
        </pc:spChg>
      </pc:sldChg>
      <pc:sldChg chg="modSp mod">
        <pc:chgData name="Daniel Barreiro" userId="b1b9fb65cfc13dc1" providerId="LiveId" clId="{81BAE575-C363-4BDC-A464-E0B4E20C3504}" dt="2024-04-04T18:15:08.226" v="1108" actId="20577"/>
        <pc:sldMkLst>
          <pc:docMk/>
          <pc:sldMk cId="1343223353" sldId="278"/>
        </pc:sldMkLst>
        <pc:spChg chg="mod">
          <ac:chgData name="Daniel Barreiro" userId="b1b9fb65cfc13dc1" providerId="LiveId" clId="{81BAE575-C363-4BDC-A464-E0B4E20C3504}" dt="2024-04-04T18:15:08.226" v="1108" actId="20577"/>
          <ac:spMkLst>
            <pc:docMk/>
            <pc:sldMk cId="1343223353" sldId="278"/>
            <ac:spMk id="2" creationId="{2BA91497-60EB-6CC6-BE1A-11323E8A9677}"/>
          </ac:spMkLst>
        </pc:spChg>
      </pc:sldChg>
      <pc:sldChg chg="modSp add del mod">
        <pc:chgData name="Daniel Barreiro" userId="b1b9fb65cfc13dc1" providerId="LiveId" clId="{81BAE575-C363-4BDC-A464-E0B4E20C3504}" dt="2024-04-04T18:48:48.037" v="1444" actId="20577"/>
        <pc:sldMkLst>
          <pc:docMk/>
          <pc:sldMk cId="893108741" sldId="279"/>
        </pc:sldMkLst>
        <pc:spChg chg="mod">
          <ac:chgData name="Daniel Barreiro" userId="b1b9fb65cfc13dc1" providerId="LiveId" clId="{81BAE575-C363-4BDC-A464-E0B4E20C3504}" dt="2024-04-04T18:48:48.037" v="1444" actId="20577"/>
          <ac:spMkLst>
            <pc:docMk/>
            <pc:sldMk cId="893108741" sldId="279"/>
            <ac:spMk id="12" creationId="{84FA0F1E-A920-0194-981E-4B573643BB48}"/>
          </ac:spMkLst>
        </pc:spChg>
        <pc:spChg chg="mod">
          <ac:chgData name="Daniel Barreiro" userId="b1b9fb65cfc13dc1" providerId="LiveId" clId="{81BAE575-C363-4BDC-A464-E0B4E20C3504}" dt="2024-03-26T19:27:20.387" v="314" actId="20577"/>
          <ac:spMkLst>
            <pc:docMk/>
            <pc:sldMk cId="893108741" sldId="279"/>
            <ac:spMk id="13" creationId="{E729A509-992F-8C10-902D-182448B5A1AE}"/>
          </ac:spMkLst>
        </pc:spChg>
      </pc:sldChg>
      <pc:sldChg chg="addSp delSp modSp mod">
        <pc:chgData name="Daniel Barreiro" userId="b1b9fb65cfc13dc1" providerId="LiveId" clId="{81BAE575-C363-4BDC-A464-E0B4E20C3504}" dt="2024-04-02T20:47:48.386" v="960" actId="20577"/>
        <pc:sldMkLst>
          <pc:docMk/>
          <pc:sldMk cId="452850806" sldId="283"/>
        </pc:sldMkLst>
        <pc:spChg chg="mod">
          <ac:chgData name="Daniel Barreiro" userId="b1b9fb65cfc13dc1" providerId="LiveId" clId="{81BAE575-C363-4BDC-A464-E0B4E20C3504}" dt="2024-03-26T19:22:09.087" v="130" actId="1076"/>
          <ac:spMkLst>
            <pc:docMk/>
            <pc:sldMk cId="452850806" sldId="283"/>
            <ac:spMk id="2" creationId="{9BFD6DF6-5B25-79AF-09F2-0008B7DD2526}"/>
          </ac:spMkLst>
        </pc:spChg>
        <pc:spChg chg="mod">
          <ac:chgData name="Daniel Barreiro" userId="b1b9fb65cfc13dc1" providerId="LiveId" clId="{81BAE575-C363-4BDC-A464-E0B4E20C3504}" dt="2024-03-26T19:24:08.828" v="168" actId="14100"/>
          <ac:spMkLst>
            <pc:docMk/>
            <pc:sldMk cId="452850806" sldId="283"/>
            <ac:spMk id="3" creationId="{0FA49DED-F98B-AA29-6402-0A09C4EFE003}"/>
          </ac:spMkLst>
        </pc:spChg>
        <pc:spChg chg="mod">
          <ac:chgData name="Daniel Barreiro" userId="b1b9fb65cfc13dc1" providerId="LiveId" clId="{81BAE575-C363-4BDC-A464-E0B4E20C3504}" dt="2024-03-26T19:24:08.377" v="165" actId="14100"/>
          <ac:spMkLst>
            <pc:docMk/>
            <pc:sldMk cId="452850806" sldId="283"/>
            <ac:spMk id="4" creationId="{EBBAF7CB-A8CE-582C-C1DB-E6D72AC69A46}"/>
          </ac:spMkLst>
        </pc:spChg>
        <pc:spChg chg="mod">
          <ac:chgData name="Daniel Barreiro" userId="b1b9fb65cfc13dc1" providerId="LiveId" clId="{81BAE575-C363-4BDC-A464-E0B4E20C3504}" dt="2024-03-26T19:24:08.217" v="164" actId="14100"/>
          <ac:spMkLst>
            <pc:docMk/>
            <pc:sldMk cId="452850806" sldId="283"/>
            <ac:spMk id="5" creationId="{21C403DC-3521-3A53-9255-0D192EBD4F25}"/>
          </ac:spMkLst>
        </pc:spChg>
        <pc:spChg chg="mod">
          <ac:chgData name="Daniel Barreiro" userId="b1b9fb65cfc13dc1" providerId="LiveId" clId="{81BAE575-C363-4BDC-A464-E0B4E20C3504}" dt="2024-03-26T19:24:07.888" v="163" actId="14100"/>
          <ac:spMkLst>
            <pc:docMk/>
            <pc:sldMk cId="452850806" sldId="283"/>
            <ac:spMk id="6" creationId="{01F6EA68-2AA8-DF86-685C-EC3843127767}"/>
          </ac:spMkLst>
        </pc:spChg>
        <pc:spChg chg="add del mod">
          <ac:chgData name="Daniel Barreiro" userId="b1b9fb65cfc13dc1" providerId="LiveId" clId="{81BAE575-C363-4BDC-A464-E0B4E20C3504}" dt="2024-03-26T19:27:05.572" v="304" actId="20577"/>
          <ac:spMkLst>
            <pc:docMk/>
            <pc:sldMk cId="452850806" sldId="283"/>
            <ac:spMk id="7" creationId="{A2545FBC-2F5C-8772-F385-63E103558308}"/>
          </ac:spMkLst>
        </pc:spChg>
        <pc:spChg chg="add del mod">
          <ac:chgData name="Daniel Barreiro" userId="b1b9fb65cfc13dc1" providerId="LiveId" clId="{81BAE575-C363-4BDC-A464-E0B4E20C3504}" dt="2024-03-26T19:26:55.096" v="286" actId="478"/>
          <ac:spMkLst>
            <pc:docMk/>
            <pc:sldMk cId="452850806" sldId="283"/>
            <ac:spMk id="9" creationId="{A7E4E585-8A09-B547-5724-4ED12380E827}"/>
          </ac:spMkLst>
        </pc:spChg>
        <pc:spChg chg="add del mod">
          <ac:chgData name="Daniel Barreiro" userId="b1b9fb65cfc13dc1" providerId="LiveId" clId="{81BAE575-C363-4BDC-A464-E0B4E20C3504}" dt="2024-03-26T19:24:09.179" v="170" actId="478"/>
          <ac:spMkLst>
            <pc:docMk/>
            <pc:sldMk cId="452850806" sldId="283"/>
            <ac:spMk id="11" creationId="{D304EECE-E44F-D458-70F0-E617A9B6E002}"/>
          </ac:spMkLst>
        </pc:spChg>
        <pc:spChg chg="add del mod">
          <ac:chgData name="Daniel Barreiro" userId="b1b9fb65cfc13dc1" providerId="LiveId" clId="{81BAE575-C363-4BDC-A464-E0B4E20C3504}" dt="2024-03-26T19:26:53.979" v="284" actId="478"/>
          <ac:spMkLst>
            <pc:docMk/>
            <pc:sldMk cId="452850806" sldId="283"/>
            <ac:spMk id="13" creationId="{543D212B-8B6D-2424-799E-0CA99EB9F5D2}"/>
          </ac:spMkLst>
        </pc:spChg>
        <pc:spChg chg="mod">
          <ac:chgData name="Daniel Barreiro" userId="b1b9fb65cfc13dc1" providerId="LiveId" clId="{81BAE575-C363-4BDC-A464-E0B4E20C3504}" dt="2024-04-02T20:47:45.175" v="957" actId="20577"/>
          <ac:spMkLst>
            <pc:docMk/>
            <pc:sldMk cId="452850806" sldId="283"/>
            <ac:spMk id="51" creationId="{7FFFF704-D039-7DC7-A34E-489FEE26CD8F}"/>
          </ac:spMkLst>
        </pc:spChg>
        <pc:spChg chg="add del mod">
          <ac:chgData name="Daniel Barreiro" userId="b1b9fb65cfc13dc1" providerId="LiveId" clId="{81BAE575-C363-4BDC-A464-E0B4E20C3504}" dt="2024-04-02T20:47:48.386" v="960" actId="20577"/>
          <ac:spMkLst>
            <pc:docMk/>
            <pc:sldMk cId="452850806" sldId="283"/>
            <ac:spMk id="52" creationId="{B834A08F-B9C1-B3EF-25F5-A69D401C8BC6}"/>
          </ac:spMkLst>
        </pc:spChg>
      </pc:sldChg>
      <pc:sldChg chg="add del">
        <pc:chgData name="Daniel Barreiro" userId="b1b9fb65cfc13dc1" providerId="LiveId" clId="{81BAE575-C363-4BDC-A464-E0B4E20C3504}" dt="2024-03-26T19:27:42.303" v="363" actId="47"/>
        <pc:sldMkLst>
          <pc:docMk/>
          <pc:sldMk cId="1030146655" sldId="284"/>
        </pc:sldMkLst>
      </pc:sldChg>
      <pc:sldChg chg="addSp delSp modSp mod modClrScheme chgLayout">
        <pc:chgData name="Daniel Barreiro" userId="b1b9fb65cfc13dc1" providerId="LiveId" clId="{81BAE575-C363-4BDC-A464-E0B4E20C3504}" dt="2024-04-04T18:04:27.847" v="1082" actId="26606"/>
        <pc:sldMkLst>
          <pc:docMk/>
          <pc:sldMk cId="3128884755" sldId="286"/>
        </pc:sldMkLst>
        <pc:spChg chg="add del mod">
          <ac:chgData name="Daniel Barreiro" userId="b1b9fb65cfc13dc1" providerId="LiveId" clId="{81BAE575-C363-4BDC-A464-E0B4E20C3504}" dt="2024-04-04T18:03:58.224" v="1072" actId="478"/>
          <ac:spMkLst>
            <pc:docMk/>
            <pc:sldMk cId="3128884755" sldId="286"/>
            <ac:spMk id="3" creationId="{BE3F8243-6A1F-B3F7-F7B6-04DC020DBE2E}"/>
          </ac:spMkLst>
        </pc:spChg>
        <pc:spChg chg="mod ord">
          <ac:chgData name="Daniel Barreiro" userId="b1b9fb65cfc13dc1" providerId="LiveId" clId="{81BAE575-C363-4BDC-A464-E0B4E20C3504}" dt="2024-04-04T18:04:27.847" v="1082" actId="26606"/>
          <ac:spMkLst>
            <pc:docMk/>
            <pc:sldMk cId="3128884755" sldId="286"/>
            <ac:spMk id="5" creationId="{312EF1DE-337F-5192-8762-CB5AF953805D}"/>
          </ac:spMkLst>
        </pc:spChg>
        <pc:spChg chg="add del">
          <ac:chgData name="Daniel Barreiro" userId="b1b9fb65cfc13dc1" providerId="LiveId" clId="{81BAE575-C363-4BDC-A464-E0B4E20C3504}" dt="2024-04-04T18:04:27.847" v="1082" actId="26606"/>
          <ac:spMkLst>
            <pc:docMk/>
            <pc:sldMk cId="3128884755" sldId="286"/>
            <ac:spMk id="10" creationId="{4C914057-CF12-017E-B2D8-B25B6E322913}"/>
          </ac:spMkLst>
        </pc:spChg>
        <pc:spChg chg="mod ord">
          <ac:chgData name="Daniel Barreiro" userId="b1b9fb65cfc13dc1" providerId="LiveId" clId="{81BAE575-C363-4BDC-A464-E0B4E20C3504}" dt="2024-04-04T18:04:27.847" v="1082" actId="26606"/>
          <ac:spMkLst>
            <pc:docMk/>
            <pc:sldMk cId="3128884755" sldId="286"/>
            <ac:spMk id="11" creationId="{5B319788-E100-D73A-8F8D-C48972D8E37B}"/>
          </ac:spMkLst>
        </pc:spChg>
        <pc:spChg chg="mod">
          <ac:chgData name="Daniel Barreiro" userId="b1b9fb65cfc13dc1" providerId="LiveId" clId="{81BAE575-C363-4BDC-A464-E0B4E20C3504}" dt="2024-04-04T18:04:27.847" v="1082" actId="26606"/>
          <ac:spMkLst>
            <pc:docMk/>
            <pc:sldMk cId="3128884755" sldId="286"/>
            <ac:spMk id="24" creationId="{A8BD3563-74C4-0E4D-FE4C-A2AA33C321BD}"/>
          </ac:spMkLst>
        </pc:spChg>
        <pc:spChg chg="add del mod">
          <ac:chgData name="Daniel Barreiro" userId="b1b9fb65cfc13dc1" providerId="LiveId" clId="{81BAE575-C363-4BDC-A464-E0B4E20C3504}" dt="2024-04-04T18:04:16.950" v="1077" actId="26606"/>
          <ac:spMkLst>
            <pc:docMk/>
            <pc:sldMk cId="3128884755" sldId="286"/>
            <ac:spMk id="29" creationId="{FE87F35E-777F-0D0E-A44A-69446A99FD68}"/>
          </ac:spMkLst>
        </pc:spChg>
        <pc:spChg chg="add del mod">
          <ac:chgData name="Daniel Barreiro" userId="b1b9fb65cfc13dc1" providerId="LiveId" clId="{81BAE575-C363-4BDC-A464-E0B4E20C3504}" dt="2024-04-04T18:04:25.004" v="1079" actId="26606"/>
          <ac:spMkLst>
            <pc:docMk/>
            <pc:sldMk cId="3128884755" sldId="286"/>
            <ac:spMk id="31" creationId="{F53997B6-F3E1-9D78-6854-5167DBD9DE6D}"/>
          </ac:spMkLst>
        </pc:spChg>
        <pc:spChg chg="add del mod">
          <ac:chgData name="Daniel Barreiro" userId="b1b9fb65cfc13dc1" providerId="LiveId" clId="{81BAE575-C363-4BDC-A464-E0B4E20C3504}" dt="2024-04-04T18:04:27.837" v="1081" actId="26606"/>
          <ac:spMkLst>
            <pc:docMk/>
            <pc:sldMk cId="3128884755" sldId="286"/>
            <ac:spMk id="33" creationId="{FE87F35E-777F-0D0E-A44A-69446A99FD68}"/>
          </ac:spMkLst>
        </pc:spChg>
        <pc:spChg chg="add mod">
          <ac:chgData name="Daniel Barreiro" userId="b1b9fb65cfc13dc1" providerId="LiveId" clId="{81BAE575-C363-4BDC-A464-E0B4E20C3504}" dt="2024-04-04T18:04:27.847" v="1082" actId="26606"/>
          <ac:spMkLst>
            <pc:docMk/>
            <pc:sldMk cId="3128884755" sldId="286"/>
            <ac:spMk id="35" creationId="{F53997B6-F3E1-9D78-6854-5167DBD9DE6D}"/>
          </ac:spMkLst>
        </pc:spChg>
        <pc:picChg chg="add mod">
          <ac:chgData name="Daniel Barreiro" userId="b1b9fb65cfc13dc1" providerId="LiveId" clId="{81BAE575-C363-4BDC-A464-E0B4E20C3504}" dt="2024-04-04T18:04:27.847" v="1082" actId="26606"/>
          <ac:picMkLst>
            <pc:docMk/>
            <pc:sldMk cId="3128884755" sldId="286"/>
            <ac:picMk id="4" creationId="{66C4FCA5-8D3C-DAEC-9F65-FD0F9EA9C266}"/>
          </ac:picMkLst>
        </pc:picChg>
        <pc:picChg chg="del">
          <ac:chgData name="Daniel Barreiro" userId="b1b9fb65cfc13dc1" providerId="LiveId" clId="{81BAE575-C363-4BDC-A464-E0B4E20C3504}" dt="2024-04-04T18:03:51.993" v="1070" actId="478"/>
          <ac:picMkLst>
            <pc:docMk/>
            <pc:sldMk cId="3128884755" sldId="286"/>
            <ac:picMk id="7" creationId="{76398F1A-5B6E-52DE-FE6F-CAAF7F7CD26D}"/>
          </ac:picMkLst>
        </pc:picChg>
        <pc:picChg chg="del">
          <ac:chgData name="Daniel Barreiro" userId="b1b9fb65cfc13dc1" providerId="LiveId" clId="{81BAE575-C363-4BDC-A464-E0B4E20C3504}" dt="2024-04-04T18:03:54.958" v="1071" actId="478"/>
          <ac:picMkLst>
            <pc:docMk/>
            <pc:sldMk cId="3128884755" sldId="286"/>
            <ac:picMk id="9" creationId="{07371AA6-7655-4696-ED17-1ECA1A024F45}"/>
          </ac:picMkLst>
        </pc:picChg>
      </pc:sldChg>
      <pc:sldChg chg="modSp mod">
        <pc:chgData name="Daniel Barreiro" userId="b1b9fb65cfc13dc1" providerId="LiveId" clId="{81BAE575-C363-4BDC-A464-E0B4E20C3504}" dt="2024-04-02T20:26:02.023" v="867" actId="255"/>
        <pc:sldMkLst>
          <pc:docMk/>
          <pc:sldMk cId="2030080613" sldId="287"/>
        </pc:sldMkLst>
        <pc:spChg chg="mod">
          <ac:chgData name="Daniel Barreiro" userId="b1b9fb65cfc13dc1" providerId="LiveId" clId="{81BAE575-C363-4BDC-A464-E0B4E20C3504}" dt="2024-04-02T20:26:02.023" v="867" actId="255"/>
          <ac:spMkLst>
            <pc:docMk/>
            <pc:sldMk cId="2030080613" sldId="287"/>
            <ac:spMk id="5" creationId="{31D625AD-D853-E707-6C7F-E31923C410C1}"/>
          </ac:spMkLst>
        </pc:spChg>
      </pc:sldChg>
      <pc:sldChg chg="addSp delSp modSp add mod ord setBg modClrScheme chgLayout">
        <pc:chgData name="Daniel Barreiro" userId="b1b9fb65cfc13dc1" providerId="LiveId" clId="{81BAE575-C363-4BDC-A464-E0B4E20C3504}" dt="2024-04-04T18:20:01.123" v="1134" actId="20577"/>
        <pc:sldMkLst>
          <pc:docMk/>
          <pc:sldMk cId="2143816736" sldId="288"/>
        </pc:sldMkLst>
        <pc:spChg chg="add del mod">
          <ac:chgData name="Daniel Barreiro" userId="b1b9fb65cfc13dc1" providerId="LiveId" clId="{81BAE575-C363-4BDC-A464-E0B4E20C3504}" dt="2024-04-02T20:42:03.766" v="887" actId="478"/>
          <ac:spMkLst>
            <pc:docMk/>
            <pc:sldMk cId="2143816736" sldId="288"/>
            <ac:spMk id="4" creationId="{A89C4069-CB9D-0CAA-746A-1B728670F137}"/>
          </ac:spMkLst>
        </pc:spChg>
        <pc:spChg chg="mod">
          <ac:chgData name="Daniel Barreiro" userId="b1b9fb65cfc13dc1" providerId="LiveId" clId="{81BAE575-C363-4BDC-A464-E0B4E20C3504}" dt="2024-04-04T18:13:28.128" v="1099" actId="27636"/>
          <ac:spMkLst>
            <pc:docMk/>
            <pc:sldMk cId="2143816736" sldId="288"/>
            <ac:spMk id="5" creationId="{31D625AD-D853-E707-6C7F-E31923C410C1}"/>
          </ac:spMkLst>
        </pc:spChg>
        <pc:spChg chg="del mod">
          <ac:chgData name="Daniel Barreiro" userId="b1b9fb65cfc13dc1" providerId="LiveId" clId="{81BAE575-C363-4BDC-A464-E0B4E20C3504}" dt="2024-04-04T17:46:26.955" v="1005" actId="478"/>
          <ac:spMkLst>
            <pc:docMk/>
            <pc:sldMk cId="2143816736" sldId="288"/>
            <ac:spMk id="8" creationId="{19D99F92-20DC-E3E6-049F-4AF2B807F5C9}"/>
          </ac:spMkLst>
        </pc:spChg>
        <pc:spChg chg="add del mod">
          <ac:chgData name="Daniel Barreiro" userId="b1b9fb65cfc13dc1" providerId="LiveId" clId="{81BAE575-C363-4BDC-A464-E0B4E20C3504}" dt="2024-04-04T17:46:30.167" v="1007" actId="478"/>
          <ac:spMkLst>
            <pc:docMk/>
            <pc:sldMk cId="2143816736" sldId="288"/>
            <ac:spMk id="10" creationId="{73BCDAF0-3FCD-2980-0FE4-8F389BB3D20C}"/>
          </ac:spMkLst>
        </pc:spChg>
        <pc:spChg chg="mod ord">
          <ac:chgData name="Daniel Barreiro" userId="b1b9fb65cfc13dc1" providerId="LiveId" clId="{81BAE575-C363-4BDC-A464-E0B4E20C3504}" dt="2024-04-04T17:47:00.819" v="1013" actId="26606"/>
          <ac:spMkLst>
            <pc:docMk/>
            <pc:sldMk cId="2143816736" sldId="288"/>
            <ac:spMk id="11" creationId="{A96F7733-7434-FA95-04A6-9FA221A2649C}"/>
          </ac:spMkLst>
        </pc:spChg>
        <pc:spChg chg="del">
          <ac:chgData name="Daniel Barreiro" userId="b1b9fb65cfc13dc1" providerId="LiveId" clId="{81BAE575-C363-4BDC-A464-E0B4E20C3504}" dt="2024-04-02T20:40:27.892" v="881" actId="478"/>
          <ac:spMkLst>
            <pc:docMk/>
            <pc:sldMk cId="2143816736" sldId="288"/>
            <ac:spMk id="13" creationId="{D6A70D32-15AA-512F-0B7D-9CB25B8CED19}"/>
          </ac:spMkLst>
        </pc:spChg>
        <pc:spChg chg="del">
          <ac:chgData name="Daniel Barreiro" userId="b1b9fb65cfc13dc1" providerId="LiveId" clId="{81BAE575-C363-4BDC-A464-E0B4E20C3504}" dt="2024-04-04T17:46:50.798" v="1011" actId="26606"/>
          <ac:spMkLst>
            <pc:docMk/>
            <pc:sldMk cId="2143816736" sldId="288"/>
            <ac:spMk id="22" creationId="{1B742BF8-0956-7E94-FAF4-D42A92ACE16C}"/>
          </ac:spMkLst>
        </pc:spChg>
        <pc:spChg chg="add del mod">
          <ac:chgData name="Daniel Barreiro" userId="b1b9fb65cfc13dc1" providerId="LiveId" clId="{81BAE575-C363-4BDC-A464-E0B4E20C3504}" dt="2024-04-04T17:46:55.690" v="1012"/>
          <ac:spMkLst>
            <pc:docMk/>
            <pc:sldMk cId="2143816736" sldId="288"/>
            <ac:spMk id="27" creationId="{D3808D57-775F-D06D-8A91-4DBCB5806015}"/>
          </ac:spMkLst>
        </pc:spChg>
        <pc:spChg chg="add del mod">
          <ac:chgData name="Daniel Barreiro" userId="b1b9fb65cfc13dc1" providerId="LiveId" clId="{81BAE575-C363-4BDC-A464-E0B4E20C3504}" dt="2024-04-04T17:47:00.819" v="1013" actId="26606"/>
          <ac:spMkLst>
            <pc:docMk/>
            <pc:sldMk cId="2143816736" sldId="288"/>
            <ac:spMk id="29" creationId="{FF53862D-D7A1-AE06-1C60-F23C57620BC0}"/>
          </ac:spMkLst>
        </pc:spChg>
        <pc:spChg chg="add del mod">
          <ac:chgData name="Daniel Barreiro" userId="b1b9fb65cfc13dc1" providerId="LiveId" clId="{81BAE575-C363-4BDC-A464-E0B4E20C3504}" dt="2024-04-04T17:47:50.929" v="1016" actId="26606"/>
          <ac:spMkLst>
            <pc:docMk/>
            <pc:sldMk cId="2143816736" sldId="288"/>
            <ac:spMk id="1033" creationId="{A46C0AAE-94EA-90DF-76C8-C33F8B7B0E02}"/>
          </ac:spMkLst>
        </pc:spChg>
        <pc:spChg chg="add del mod">
          <ac:chgData name="Daniel Barreiro" userId="b1b9fb65cfc13dc1" providerId="LiveId" clId="{81BAE575-C363-4BDC-A464-E0B4E20C3504}" dt="2024-04-04T17:47:50.929" v="1016" actId="26606"/>
          <ac:spMkLst>
            <pc:docMk/>
            <pc:sldMk cId="2143816736" sldId="288"/>
            <ac:spMk id="1035" creationId="{E58964FF-81F7-CB78-951C-59B2A3598499}"/>
          </ac:spMkLst>
        </pc:spChg>
        <pc:spChg chg="add">
          <ac:chgData name="Daniel Barreiro" userId="b1b9fb65cfc13dc1" providerId="LiveId" clId="{81BAE575-C363-4BDC-A464-E0B4E20C3504}" dt="2024-04-04T17:47:50.929" v="1016" actId="26606"/>
          <ac:spMkLst>
            <pc:docMk/>
            <pc:sldMk cId="2143816736" sldId="288"/>
            <ac:spMk id="1040" creationId="{9DB53B44-B12C-46AF-88D2-010C846460B1}"/>
          </ac:spMkLst>
        </pc:spChg>
        <pc:spChg chg="add mod">
          <ac:chgData name="Daniel Barreiro" userId="b1b9fb65cfc13dc1" providerId="LiveId" clId="{81BAE575-C363-4BDC-A464-E0B4E20C3504}" dt="2024-04-04T18:20:01.123" v="1134" actId="20577"/>
          <ac:spMkLst>
            <pc:docMk/>
            <pc:sldMk cId="2143816736" sldId="288"/>
            <ac:spMk id="1042" creationId="{FFC5CEDF-00AD-5457-21BA-019CDF90B17C}"/>
          </ac:spMkLst>
        </pc:spChg>
        <pc:picChg chg="add del mod">
          <ac:chgData name="Daniel Barreiro" userId="b1b9fb65cfc13dc1" providerId="LiveId" clId="{81BAE575-C363-4BDC-A464-E0B4E20C3504}" dt="2024-04-04T17:46:31.943" v="1008" actId="478"/>
          <ac:picMkLst>
            <pc:docMk/>
            <pc:sldMk cId="2143816736" sldId="288"/>
            <ac:picMk id="2" creationId="{5BA8539B-1090-C3A8-15CA-89FFFCCA75BB}"/>
          </ac:picMkLst>
        </pc:picChg>
        <pc:picChg chg="del">
          <ac:chgData name="Daniel Barreiro" userId="b1b9fb65cfc13dc1" providerId="LiveId" clId="{81BAE575-C363-4BDC-A464-E0B4E20C3504}" dt="2024-04-02T20:42:00.766" v="886" actId="478"/>
          <ac:picMkLst>
            <pc:docMk/>
            <pc:sldMk cId="2143816736" sldId="288"/>
            <ac:picMk id="6" creationId="{3C993898-3342-0BB5-8585-901E113578B4}"/>
          </ac:picMkLst>
        </pc:picChg>
        <pc:picChg chg="add del mod">
          <ac:chgData name="Daniel Barreiro" userId="b1b9fb65cfc13dc1" providerId="LiveId" clId="{81BAE575-C363-4BDC-A464-E0B4E20C3504}" dt="2024-04-04T17:46:28.125" v="1006" actId="478"/>
          <ac:picMkLst>
            <pc:docMk/>
            <pc:sldMk cId="2143816736" sldId="288"/>
            <ac:picMk id="9" creationId="{5FA28705-4FF6-DD63-EE09-B464B57E7C48}"/>
          </ac:picMkLst>
        </pc:picChg>
        <pc:picChg chg="del">
          <ac:chgData name="Daniel Barreiro" userId="b1b9fb65cfc13dc1" providerId="LiveId" clId="{81BAE575-C363-4BDC-A464-E0B4E20C3504}" dt="2024-04-02T20:40:25.756" v="880" actId="478"/>
          <ac:picMkLst>
            <pc:docMk/>
            <pc:sldMk cId="2143816736" sldId="288"/>
            <ac:picMk id="12" creationId="{2F43F519-CF66-3086-A464-F5671DD574D8}"/>
          </ac:picMkLst>
        </pc:picChg>
        <pc:picChg chg="add">
          <ac:chgData name="Daniel Barreiro" userId="b1b9fb65cfc13dc1" providerId="LiveId" clId="{81BAE575-C363-4BDC-A464-E0B4E20C3504}" dt="2024-04-04T17:43:56.803" v="996"/>
          <ac:picMkLst>
            <pc:docMk/>
            <pc:sldMk cId="2143816736" sldId="288"/>
            <ac:picMk id="1026" creationId="{44428320-8108-ACD7-7B09-C14E6DBC5987}"/>
          </ac:picMkLst>
        </pc:picChg>
        <pc:picChg chg="add mod">
          <ac:chgData name="Daniel Barreiro" userId="b1b9fb65cfc13dc1" providerId="LiveId" clId="{81BAE575-C363-4BDC-A464-E0B4E20C3504}" dt="2024-04-04T17:54:04.720" v="1055" actId="14100"/>
          <ac:picMkLst>
            <pc:docMk/>
            <pc:sldMk cId="2143816736" sldId="288"/>
            <ac:picMk id="1028" creationId="{E8205314-8130-42C1-333F-AFC76862799F}"/>
          </ac:picMkLst>
        </pc:picChg>
      </pc:sldChg>
      <pc:sldChg chg="addSp delSp modSp add mod ord setBg modClrScheme chgLayout">
        <pc:chgData name="Daniel Barreiro" userId="b1b9fb65cfc13dc1" providerId="LiveId" clId="{81BAE575-C363-4BDC-A464-E0B4E20C3504}" dt="2024-04-04T18:22:15.636" v="1142" actId="962"/>
        <pc:sldMkLst>
          <pc:docMk/>
          <pc:sldMk cId="1449908826" sldId="289"/>
        </pc:sldMkLst>
        <pc:spChg chg="add del mod">
          <ac:chgData name="Daniel Barreiro" userId="b1b9fb65cfc13dc1" providerId="LiveId" clId="{81BAE575-C363-4BDC-A464-E0B4E20C3504}" dt="2024-04-04T17:44:14.305" v="1001"/>
          <ac:spMkLst>
            <pc:docMk/>
            <pc:sldMk cId="1449908826" sldId="289"/>
            <ac:spMk id="3" creationId="{7E96024C-66C1-761F-B61B-C4ED7CF349E2}"/>
          </ac:spMkLst>
        </pc:spChg>
        <pc:spChg chg="mod">
          <ac:chgData name="Daniel Barreiro" userId="b1b9fb65cfc13dc1" providerId="LiveId" clId="{81BAE575-C363-4BDC-A464-E0B4E20C3504}" dt="2024-04-04T18:16:52.078" v="1112"/>
          <ac:spMkLst>
            <pc:docMk/>
            <pc:sldMk cId="1449908826" sldId="289"/>
            <ac:spMk id="5" creationId="{31D625AD-D853-E707-6C7F-E31923C410C1}"/>
          </ac:spMkLst>
        </pc:spChg>
        <pc:spChg chg="add del">
          <ac:chgData name="Daniel Barreiro" userId="b1b9fb65cfc13dc1" providerId="LiveId" clId="{81BAE575-C363-4BDC-A464-E0B4E20C3504}" dt="2024-04-04T17:44:12.126" v="1000" actId="478"/>
          <ac:spMkLst>
            <pc:docMk/>
            <pc:sldMk cId="1449908826" sldId="289"/>
            <ac:spMk id="8" creationId="{19D99F92-20DC-E3E6-049F-4AF2B807F5C9}"/>
          </ac:spMkLst>
        </pc:spChg>
        <pc:spChg chg="add del mod">
          <ac:chgData name="Daniel Barreiro" userId="b1b9fb65cfc13dc1" providerId="LiveId" clId="{81BAE575-C363-4BDC-A464-E0B4E20C3504}" dt="2024-04-04T18:22:13.502" v="1140"/>
          <ac:spMkLst>
            <pc:docMk/>
            <pc:sldMk cId="1449908826" sldId="289"/>
            <ac:spMk id="10" creationId="{2545F063-4461-1DD3-3C70-DD33C5A199EC}"/>
          </ac:spMkLst>
        </pc:spChg>
        <pc:spChg chg="mod ord">
          <ac:chgData name="Daniel Barreiro" userId="b1b9fb65cfc13dc1" providerId="LiveId" clId="{81BAE575-C363-4BDC-A464-E0B4E20C3504}" dt="2024-04-04T17:44:23.767" v="1002" actId="26606"/>
          <ac:spMkLst>
            <pc:docMk/>
            <pc:sldMk cId="1449908826" sldId="289"/>
            <ac:spMk id="11" creationId="{A96F7733-7434-FA95-04A6-9FA221A2649C}"/>
          </ac:spMkLst>
        </pc:spChg>
        <pc:spChg chg="del">
          <ac:chgData name="Daniel Barreiro" userId="b1b9fb65cfc13dc1" providerId="LiveId" clId="{81BAE575-C363-4BDC-A464-E0B4E20C3504}" dt="2024-04-04T17:43:28.893" v="991" actId="478"/>
          <ac:spMkLst>
            <pc:docMk/>
            <pc:sldMk cId="1449908826" sldId="289"/>
            <ac:spMk id="13" creationId="{D6A70D32-15AA-512F-0B7D-9CB25B8CED19}"/>
          </ac:spMkLst>
        </pc:spChg>
        <pc:spChg chg="del">
          <ac:chgData name="Daniel Barreiro" userId="b1b9fb65cfc13dc1" providerId="LiveId" clId="{81BAE575-C363-4BDC-A464-E0B4E20C3504}" dt="2024-04-04T17:44:23.767" v="1002" actId="26606"/>
          <ac:spMkLst>
            <pc:docMk/>
            <pc:sldMk cId="1449908826" sldId="289"/>
            <ac:spMk id="22" creationId="{1B742BF8-0956-7E94-FAF4-D42A92ACE16C}"/>
          </ac:spMkLst>
        </pc:spChg>
        <pc:spChg chg="add mod">
          <ac:chgData name="Daniel Barreiro" userId="b1b9fb65cfc13dc1" providerId="LiveId" clId="{81BAE575-C363-4BDC-A464-E0B4E20C3504}" dt="2024-04-04T17:44:23.767" v="1002" actId="26606"/>
          <ac:spMkLst>
            <pc:docMk/>
            <pc:sldMk cId="1449908826" sldId="289"/>
            <ac:spMk id="2055" creationId="{736F7FCA-38E6-CABF-C3D0-BB916C2279BF}"/>
          </ac:spMkLst>
        </pc:spChg>
        <pc:spChg chg="add mod">
          <ac:chgData name="Daniel Barreiro" userId="b1b9fb65cfc13dc1" providerId="LiveId" clId="{81BAE575-C363-4BDC-A464-E0B4E20C3504}" dt="2024-04-04T18:21:14.601" v="1136" actId="20577"/>
          <ac:spMkLst>
            <pc:docMk/>
            <pc:sldMk cId="1449908826" sldId="289"/>
            <ac:spMk id="2057" creationId="{3FA07C9D-657B-3447-8FFB-7E1E98A363A6}"/>
          </ac:spMkLst>
        </pc:spChg>
        <pc:picChg chg="add mod">
          <ac:chgData name="Daniel Barreiro" userId="b1b9fb65cfc13dc1" providerId="LiveId" clId="{81BAE575-C363-4BDC-A464-E0B4E20C3504}" dt="2024-04-04T18:22:03.028" v="1137"/>
          <ac:picMkLst>
            <pc:docMk/>
            <pc:sldMk cId="1449908826" sldId="289"/>
            <ac:picMk id="4" creationId="{81574294-4DCB-F0E8-587C-AD49A2EE7315}"/>
          </ac:picMkLst>
        </pc:picChg>
        <pc:picChg chg="del">
          <ac:chgData name="Daniel Barreiro" userId="b1b9fb65cfc13dc1" providerId="LiveId" clId="{81BAE575-C363-4BDC-A464-E0B4E20C3504}" dt="2024-04-04T17:43:28.893" v="991" actId="478"/>
          <ac:picMkLst>
            <pc:docMk/>
            <pc:sldMk cId="1449908826" sldId="289"/>
            <ac:picMk id="6" creationId="{3C993898-3342-0BB5-8585-901E113578B4}"/>
          </ac:picMkLst>
        </pc:picChg>
        <pc:picChg chg="add mod">
          <ac:chgData name="Daniel Barreiro" userId="b1b9fb65cfc13dc1" providerId="LiveId" clId="{81BAE575-C363-4BDC-A464-E0B4E20C3504}" dt="2024-04-04T18:22:08.473" v="1138"/>
          <ac:picMkLst>
            <pc:docMk/>
            <pc:sldMk cId="1449908826" sldId="289"/>
            <ac:picMk id="7" creationId="{DEC7254B-9020-3A1D-6869-D4745DA72B3D}"/>
          </ac:picMkLst>
        </pc:picChg>
        <pc:picChg chg="add del">
          <ac:chgData name="Daniel Barreiro" userId="b1b9fb65cfc13dc1" providerId="LiveId" clId="{81BAE575-C363-4BDC-A464-E0B4E20C3504}" dt="2024-04-04T17:44:07.571" v="999" actId="478"/>
          <ac:picMkLst>
            <pc:docMk/>
            <pc:sldMk cId="1449908826" sldId="289"/>
            <ac:picMk id="12" creationId="{2F43F519-CF66-3086-A464-F5671DD574D8}"/>
          </ac:picMkLst>
        </pc:picChg>
        <pc:picChg chg="add mod">
          <ac:chgData name="Daniel Barreiro" userId="b1b9fb65cfc13dc1" providerId="LiveId" clId="{81BAE575-C363-4BDC-A464-E0B4E20C3504}" dt="2024-04-04T18:22:15.636" v="1142" actId="962"/>
          <ac:picMkLst>
            <pc:docMk/>
            <pc:sldMk cId="1449908826" sldId="289"/>
            <ac:picMk id="14" creationId="{7C15ACFE-9810-A4BA-6750-EDBF32459E72}"/>
          </ac:picMkLst>
        </pc:picChg>
        <pc:picChg chg="add del mod">
          <ac:chgData name="Daniel Barreiro" userId="b1b9fb65cfc13dc1" providerId="LiveId" clId="{81BAE575-C363-4BDC-A464-E0B4E20C3504}" dt="2024-04-04T18:22:11.761" v="1139" actId="478"/>
          <ac:picMkLst>
            <pc:docMk/>
            <pc:sldMk cId="1449908826" sldId="289"/>
            <ac:picMk id="2050" creationId="{1DF1EAC9-DFFC-411E-5E13-84C8BCF3BDA1}"/>
          </ac:picMkLst>
        </pc:picChg>
        <pc:picChg chg="add">
          <ac:chgData name="Daniel Barreiro" userId="b1b9fb65cfc13dc1" providerId="LiveId" clId="{81BAE575-C363-4BDC-A464-E0B4E20C3504}" dt="2024-04-04T17:44:40.059" v="1003"/>
          <ac:picMkLst>
            <pc:docMk/>
            <pc:sldMk cId="1449908826" sldId="289"/>
            <ac:picMk id="2052" creationId="{1F663CF2-5505-4DAA-FD53-E4A66D2C6D3D}"/>
          </ac:picMkLst>
        </pc:picChg>
      </pc:sldChg>
      <pc:sldChg chg="add del setBg">
        <pc:chgData name="Daniel Barreiro" userId="b1b9fb65cfc13dc1" providerId="LiveId" clId="{81BAE575-C363-4BDC-A464-E0B4E20C3504}" dt="2024-04-04T17:43:44.084" v="995"/>
        <pc:sldMkLst>
          <pc:docMk/>
          <pc:sldMk cId="3398218140" sldId="290"/>
        </pc:sldMkLst>
      </pc:sldChg>
      <pc:sldChg chg="addSp delSp modSp add mod modClrScheme chgLayout">
        <pc:chgData name="Daniel Barreiro" userId="b1b9fb65cfc13dc1" providerId="LiveId" clId="{81BAE575-C363-4BDC-A464-E0B4E20C3504}" dt="2024-04-04T18:41:35.706" v="1354" actId="20577"/>
        <pc:sldMkLst>
          <pc:docMk/>
          <pc:sldMk cId="4009228054" sldId="290"/>
        </pc:sldMkLst>
        <pc:spChg chg="mod ord">
          <ac:chgData name="Daniel Barreiro" userId="b1b9fb65cfc13dc1" providerId="LiveId" clId="{81BAE575-C363-4BDC-A464-E0B4E20C3504}" dt="2024-04-04T18:27:58.658" v="1163" actId="26606"/>
          <ac:spMkLst>
            <pc:docMk/>
            <pc:sldMk cId="4009228054" sldId="290"/>
            <ac:spMk id="5" creationId="{31D625AD-D853-E707-6C7F-E31923C410C1}"/>
          </ac:spMkLst>
        </pc:spChg>
        <pc:spChg chg="del mod">
          <ac:chgData name="Daniel Barreiro" userId="b1b9fb65cfc13dc1" providerId="LiveId" clId="{81BAE575-C363-4BDC-A464-E0B4E20C3504}" dt="2024-04-04T18:27:42.373" v="1159" actId="478"/>
          <ac:spMkLst>
            <pc:docMk/>
            <pc:sldMk cId="4009228054" sldId="290"/>
            <ac:spMk id="8" creationId="{19D99F92-20DC-E3E6-049F-4AF2B807F5C9}"/>
          </ac:spMkLst>
        </pc:spChg>
        <pc:spChg chg="del mod ord">
          <ac:chgData name="Daniel Barreiro" userId="b1b9fb65cfc13dc1" providerId="LiveId" clId="{81BAE575-C363-4BDC-A464-E0B4E20C3504}" dt="2024-04-04T18:27:50.497" v="1160" actId="478"/>
          <ac:spMkLst>
            <pc:docMk/>
            <pc:sldMk cId="4009228054" sldId="290"/>
            <ac:spMk id="10" creationId="{73BCDAF0-3FCD-2980-0FE4-8F389BB3D20C}"/>
          </ac:spMkLst>
        </pc:spChg>
        <pc:spChg chg="mod ord">
          <ac:chgData name="Daniel Barreiro" userId="b1b9fb65cfc13dc1" providerId="LiveId" clId="{81BAE575-C363-4BDC-A464-E0B4E20C3504}" dt="2024-04-04T18:27:58.658" v="1163" actId="26606"/>
          <ac:spMkLst>
            <pc:docMk/>
            <pc:sldMk cId="4009228054" sldId="290"/>
            <ac:spMk id="11" creationId="{A96F7733-7434-FA95-04A6-9FA221A2649C}"/>
          </ac:spMkLst>
        </pc:spChg>
        <pc:spChg chg="add del">
          <ac:chgData name="Daniel Barreiro" userId="b1b9fb65cfc13dc1" providerId="LiveId" clId="{81BAE575-C363-4BDC-A464-E0B4E20C3504}" dt="2024-04-04T18:25:15.912" v="1147" actId="26606"/>
          <ac:spMkLst>
            <pc:docMk/>
            <pc:sldMk cId="4009228054" sldId="290"/>
            <ac:spMk id="22" creationId="{1B742BF8-0956-7E94-FAF4-D42A92ACE16C}"/>
          </ac:spMkLst>
        </pc:spChg>
        <pc:spChg chg="add del mod">
          <ac:chgData name="Daniel Barreiro" userId="b1b9fb65cfc13dc1" providerId="LiveId" clId="{81BAE575-C363-4BDC-A464-E0B4E20C3504}" dt="2024-04-04T18:25:06.031" v="1144" actId="26606"/>
          <ac:spMkLst>
            <pc:docMk/>
            <pc:sldMk cId="4009228054" sldId="290"/>
            <ac:spMk id="27" creationId="{6925CEC1-AEA2-7674-1EDB-B1525799F891}"/>
          </ac:spMkLst>
        </pc:spChg>
        <pc:spChg chg="add del mod">
          <ac:chgData name="Daniel Barreiro" userId="b1b9fb65cfc13dc1" providerId="LiveId" clId="{81BAE575-C363-4BDC-A464-E0B4E20C3504}" dt="2024-04-04T18:25:06.031" v="1144" actId="26606"/>
          <ac:spMkLst>
            <pc:docMk/>
            <pc:sldMk cId="4009228054" sldId="290"/>
            <ac:spMk id="29" creationId="{18A7ACED-C24F-20E2-1B6A-66C37D4A1793}"/>
          </ac:spMkLst>
        </pc:spChg>
        <pc:spChg chg="add del mod">
          <ac:chgData name="Daniel Barreiro" userId="b1b9fb65cfc13dc1" providerId="LiveId" clId="{81BAE575-C363-4BDC-A464-E0B4E20C3504}" dt="2024-04-04T18:25:06.031" v="1144" actId="26606"/>
          <ac:spMkLst>
            <pc:docMk/>
            <pc:sldMk cId="4009228054" sldId="290"/>
            <ac:spMk id="31" creationId="{3BA096FD-453B-42DD-49BA-3B31B468A9D3}"/>
          </ac:spMkLst>
        </pc:spChg>
        <pc:spChg chg="add del mod">
          <ac:chgData name="Daniel Barreiro" userId="b1b9fb65cfc13dc1" providerId="LiveId" clId="{81BAE575-C363-4BDC-A464-E0B4E20C3504}" dt="2024-04-04T18:25:15.900" v="1146" actId="26606"/>
          <ac:spMkLst>
            <pc:docMk/>
            <pc:sldMk cId="4009228054" sldId="290"/>
            <ac:spMk id="33" creationId="{0E1EABC3-2F38-1530-128D-0DFE921C4FB7}"/>
          </ac:spMkLst>
        </pc:spChg>
        <pc:spChg chg="add del">
          <ac:chgData name="Daniel Barreiro" userId="b1b9fb65cfc13dc1" providerId="LiveId" clId="{81BAE575-C363-4BDC-A464-E0B4E20C3504}" dt="2024-04-04T18:27:58.658" v="1163" actId="26606"/>
          <ac:spMkLst>
            <pc:docMk/>
            <pc:sldMk cId="4009228054" sldId="290"/>
            <ac:spMk id="35" creationId="{BECC3A45-ADCF-398F-343E-C52406EDFAD7}"/>
          </ac:spMkLst>
        </pc:spChg>
        <pc:spChg chg="add mod">
          <ac:chgData name="Daniel Barreiro" userId="b1b9fb65cfc13dc1" providerId="LiveId" clId="{81BAE575-C363-4BDC-A464-E0B4E20C3504}" dt="2024-04-04T18:27:58.658" v="1163" actId="26606"/>
          <ac:spMkLst>
            <pc:docMk/>
            <pc:sldMk cId="4009228054" sldId="290"/>
            <ac:spMk id="36" creationId="{563B52F9-1535-0E1C-3E83-1CFA5C62B66F}"/>
          </ac:spMkLst>
        </pc:spChg>
        <pc:spChg chg="add">
          <ac:chgData name="Daniel Barreiro" userId="b1b9fb65cfc13dc1" providerId="LiveId" clId="{81BAE575-C363-4BDC-A464-E0B4E20C3504}" dt="2024-04-04T18:25:15.912" v="1147" actId="26606"/>
          <ac:spMkLst>
            <pc:docMk/>
            <pc:sldMk cId="4009228054" sldId="290"/>
            <ac:spMk id="37" creationId="{1B742BF8-0956-7E94-FAF4-D42A92ACE16C}"/>
          </ac:spMkLst>
        </pc:spChg>
        <pc:spChg chg="add del mod">
          <ac:chgData name="Daniel Barreiro" userId="b1b9fb65cfc13dc1" providerId="LiveId" clId="{81BAE575-C363-4BDC-A464-E0B4E20C3504}" dt="2024-04-04T18:34:30.684" v="1268" actId="478"/>
          <ac:spMkLst>
            <pc:docMk/>
            <pc:sldMk cId="4009228054" sldId="290"/>
            <ac:spMk id="42" creationId="{BDAA03D0-0709-B383-CD38-D2275B34CD8A}"/>
          </ac:spMkLst>
        </pc:spChg>
        <pc:spChg chg="add del mod">
          <ac:chgData name="Daniel Barreiro" userId="b1b9fb65cfc13dc1" providerId="LiveId" clId="{81BAE575-C363-4BDC-A464-E0B4E20C3504}" dt="2024-04-04T18:28:54.138" v="1164" actId="3680"/>
          <ac:spMkLst>
            <pc:docMk/>
            <pc:sldMk cId="4009228054" sldId="290"/>
            <ac:spMk id="44" creationId="{85B32A17-F61F-1493-D226-F236BC3FBDF5}"/>
          </ac:spMkLst>
        </pc:spChg>
        <pc:spChg chg="add mod">
          <ac:chgData name="Daniel Barreiro" userId="b1b9fb65cfc13dc1" providerId="LiveId" clId="{81BAE575-C363-4BDC-A464-E0B4E20C3504}" dt="2024-04-04T18:27:58.658" v="1163" actId="26606"/>
          <ac:spMkLst>
            <pc:docMk/>
            <pc:sldMk cId="4009228054" sldId="290"/>
            <ac:spMk id="46" creationId="{1ED64888-746F-6F60-DD0F-999FB49BB014}"/>
          </ac:spMkLst>
        </pc:spChg>
        <pc:graphicFrameChg chg="add mod ord modGraphic">
          <ac:chgData name="Daniel Barreiro" userId="b1b9fb65cfc13dc1" providerId="LiveId" clId="{81BAE575-C363-4BDC-A464-E0B4E20C3504}" dt="2024-04-04T18:41:35.706" v="1354" actId="20577"/>
          <ac:graphicFrameMkLst>
            <pc:docMk/>
            <pc:sldMk cId="4009228054" sldId="290"/>
            <ac:graphicFrameMk id="3" creationId="{D192F918-59D0-E1E1-526A-DA90127B4BE9}"/>
          </ac:graphicFrameMkLst>
        </pc:graphicFrameChg>
        <pc:picChg chg="del mod ord">
          <ac:chgData name="Daniel Barreiro" userId="b1b9fb65cfc13dc1" providerId="LiveId" clId="{81BAE575-C363-4BDC-A464-E0B4E20C3504}" dt="2024-04-04T18:33:28.912" v="1265" actId="478"/>
          <ac:picMkLst>
            <pc:docMk/>
            <pc:sldMk cId="4009228054" sldId="290"/>
            <ac:picMk id="2" creationId="{5BA8539B-1090-C3A8-15CA-89FFFCCA75BB}"/>
          </ac:picMkLst>
        </pc:picChg>
        <pc:picChg chg="del mod ord">
          <ac:chgData name="Daniel Barreiro" userId="b1b9fb65cfc13dc1" providerId="LiveId" clId="{81BAE575-C363-4BDC-A464-E0B4E20C3504}" dt="2024-04-04T18:27:39.835" v="1158" actId="478"/>
          <ac:picMkLst>
            <pc:docMk/>
            <pc:sldMk cId="4009228054" sldId="290"/>
            <ac:picMk id="9" creationId="{5FA28705-4FF6-DD63-EE09-B464B57E7C48}"/>
          </ac:picMkLst>
        </pc:picChg>
      </pc:sldChg>
      <pc:sldChg chg="addSp delSp modSp add mod ord">
        <pc:chgData name="Daniel Barreiro" userId="b1b9fb65cfc13dc1" providerId="LiveId" clId="{81BAE575-C363-4BDC-A464-E0B4E20C3504}" dt="2024-04-04T18:21:02.458" v="1135" actId="2711"/>
        <pc:sldMkLst>
          <pc:docMk/>
          <pc:sldMk cId="1905735945" sldId="291"/>
        </pc:sldMkLst>
        <pc:spChg chg="add mod">
          <ac:chgData name="Daniel Barreiro" userId="b1b9fb65cfc13dc1" providerId="LiveId" clId="{81BAE575-C363-4BDC-A464-E0B4E20C3504}" dt="2024-04-04T17:49:09.270" v="1037" actId="478"/>
          <ac:spMkLst>
            <pc:docMk/>
            <pc:sldMk cId="1905735945" sldId="291"/>
            <ac:spMk id="2" creationId="{94BB5241-BE2B-5A01-AE92-7B26D019FE00}"/>
          </ac:spMkLst>
        </pc:spChg>
        <pc:spChg chg="add del mod">
          <ac:chgData name="Daniel Barreiro" userId="b1b9fb65cfc13dc1" providerId="LiveId" clId="{81BAE575-C363-4BDC-A464-E0B4E20C3504}" dt="2024-04-04T17:49:28.709" v="1044"/>
          <ac:spMkLst>
            <pc:docMk/>
            <pc:sldMk cId="1905735945" sldId="291"/>
            <ac:spMk id="3" creationId="{7199D571-AD66-5DA6-55F6-84D17F816701}"/>
          </ac:spMkLst>
        </pc:spChg>
        <pc:spChg chg="mod">
          <ac:chgData name="Daniel Barreiro" userId="b1b9fb65cfc13dc1" providerId="LiveId" clId="{81BAE575-C363-4BDC-A464-E0B4E20C3504}" dt="2024-04-04T18:13:17.771" v="1097" actId="27636"/>
          <ac:spMkLst>
            <pc:docMk/>
            <pc:sldMk cId="1905735945" sldId="291"/>
            <ac:spMk id="5" creationId="{31D625AD-D853-E707-6C7F-E31923C410C1}"/>
          </ac:spMkLst>
        </pc:spChg>
        <pc:spChg chg="mod">
          <ac:chgData name="Daniel Barreiro" userId="b1b9fb65cfc13dc1" providerId="LiveId" clId="{81BAE575-C363-4BDC-A464-E0B4E20C3504}" dt="2024-04-04T18:21:02.458" v="1135" actId="2711"/>
          <ac:spMkLst>
            <pc:docMk/>
            <pc:sldMk cId="1905735945" sldId="291"/>
            <ac:spMk id="1042" creationId="{FFC5CEDF-00AD-5457-21BA-019CDF90B17C}"/>
          </ac:spMkLst>
        </pc:spChg>
        <pc:picChg chg="add del mod">
          <ac:chgData name="Daniel Barreiro" userId="b1b9fb65cfc13dc1" providerId="LiveId" clId="{81BAE575-C363-4BDC-A464-E0B4E20C3504}" dt="2024-04-04T17:49:20.321" v="1043" actId="478"/>
          <ac:picMkLst>
            <pc:docMk/>
            <pc:sldMk cId="1905735945" sldId="291"/>
            <ac:picMk id="1028" creationId="{E8205314-8130-42C1-333F-AFC76862799F}"/>
          </ac:picMkLst>
        </pc:picChg>
        <pc:picChg chg="add del mod">
          <ac:chgData name="Daniel Barreiro" userId="b1b9fb65cfc13dc1" providerId="LiveId" clId="{81BAE575-C363-4BDC-A464-E0B4E20C3504}" dt="2024-04-04T17:49:16.596" v="1042" actId="1076"/>
          <ac:picMkLst>
            <pc:docMk/>
            <pc:sldMk cId="1905735945" sldId="291"/>
            <ac:picMk id="4098" creationId="{59C43736-7DB8-6E00-5F21-7A37E3BF3E01}"/>
          </ac:picMkLst>
        </pc:picChg>
        <pc:picChg chg="add mod">
          <ac:chgData name="Daniel Barreiro" userId="b1b9fb65cfc13dc1" providerId="LiveId" clId="{81BAE575-C363-4BDC-A464-E0B4E20C3504}" dt="2024-04-04T17:49:41.042" v="1048" actId="14100"/>
          <ac:picMkLst>
            <pc:docMk/>
            <pc:sldMk cId="1905735945" sldId="291"/>
            <ac:picMk id="4100" creationId="{9B9FBAEC-9948-5A74-D9CA-FE70EAC24F71}"/>
          </ac:picMkLst>
        </pc:picChg>
      </pc:sldChg>
      <pc:sldChg chg="add del">
        <pc:chgData name="Daniel Barreiro" userId="b1b9fb65cfc13dc1" providerId="LiveId" clId="{81BAE575-C363-4BDC-A464-E0B4E20C3504}" dt="2024-04-04T17:46:35.032" v="1010"/>
        <pc:sldMkLst>
          <pc:docMk/>
          <pc:sldMk cId="3269309097" sldId="291"/>
        </pc:sldMkLst>
      </pc:sldChg>
      <pc:sldChg chg="addSp delSp modSp add del mod">
        <pc:chgData name="Daniel Barreiro" userId="b1b9fb65cfc13dc1" providerId="LiveId" clId="{81BAE575-C363-4BDC-A464-E0B4E20C3504}" dt="2024-04-04T18:13:50.128" v="1103" actId="47"/>
        <pc:sldMkLst>
          <pc:docMk/>
          <pc:sldMk cId="2215297920" sldId="292"/>
        </pc:sldMkLst>
        <pc:spChg chg="add del mod">
          <ac:chgData name="Daniel Barreiro" userId="b1b9fb65cfc13dc1" providerId="LiveId" clId="{81BAE575-C363-4BDC-A464-E0B4E20C3504}" dt="2024-04-04T17:58:03.148" v="1068" actId="22"/>
          <ac:spMkLst>
            <pc:docMk/>
            <pc:sldMk cId="2215297920" sldId="292"/>
            <ac:spMk id="2" creationId="{FC965551-5BBE-20CA-2DEA-9C0FF7E569AC}"/>
          </ac:spMkLst>
        </pc:spChg>
        <pc:spChg chg="mod">
          <ac:chgData name="Daniel Barreiro" userId="b1b9fb65cfc13dc1" providerId="LiveId" clId="{81BAE575-C363-4BDC-A464-E0B4E20C3504}" dt="2024-04-04T18:01:15.089" v="1069" actId="26606"/>
          <ac:spMkLst>
            <pc:docMk/>
            <pc:sldMk cId="2215297920" sldId="292"/>
            <ac:spMk id="5" creationId="{31D625AD-D853-E707-6C7F-E31923C410C1}"/>
          </ac:spMkLst>
        </pc:spChg>
        <pc:spChg chg="ord">
          <ac:chgData name="Daniel Barreiro" userId="b1b9fb65cfc13dc1" providerId="LiveId" clId="{81BAE575-C363-4BDC-A464-E0B4E20C3504}" dt="2024-04-04T18:01:15.089" v="1069" actId="26606"/>
          <ac:spMkLst>
            <pc:docMk/>
            <pc:sldMk cId="2215297920" sldId="292"/>
            <ac:spMk id="11" creationId="{A96F7733-7434-FA95-04A6-9FA221A2649C}"/>
          </ac:spMkLst>
        </pc:spChg>
        <pc:spChg chg="del">
          <ac:chgData name="Daniel Barreiro" userId="b1b9fb65cfc13dc1" providerId="LiveId" clId="{81BAE575-C363-4BDC-A464-E0B4E20C3504}" dt="2024-04-04T18:01:15.089" v="1069" actId="26606"/>
          <ac:spMkLst>
            <pc:docMk/>
            <pc:sldMk cId="2215297920" sldId="292"/>
            <ac:spMk id="1040" creationId="{9DB53B44-B12C-46AF-88D2-010C846460B1}"/>
          </ac:spMkLst>
        </pc:spChg>
        <pc:spChg chg="del">
          <ac:chgData name="Daniel Barreiro" userId="b1b9fb65cfc13dc1" providerId="LiveId" clId="{81BAE575-C363-4BDC-A464-E0B4E20C3504}" dt="2024-04-04T18:01:15.089" v="1069" actId="26606"/>
          <ac:spMkLst>
            <pc:docMk/>
            <pc:sldMk cId="2215297920" sldId="292"/>
            <ac:spMk id="1042" creationId="{FFC5CEDF-00AD-5457-21BA-019CDF90B17C}"/>
          </ac:spMkLst>
        </pc:spChg>
        <pc:spChg chg="add">
          <ac:chgData name="Daniel Barreiro" userId="b1b9fb65cfc13dc1" providerId="LiveId" clId="{81BAE575-C363-4BDC-A464-E0B4E20C3504}" dt="2024-04-04T18:01:15.089" v="1069" actId="26606"/>
          <ac:spMkLst>
            <pc:docMk/>
            <pc:sldMk cId="2215297920" sldId="292"/>
            <ac:spMk id="1047" creationId="{76097A1D-10B0-DABA-4B10-9FB0FDA54681}"/>
          </ac:spMkLst>
        </pc:spChg>
        <pc:spChg chg="add">
          <ac:chgData name="Daniel Barreiro" userId="b1b9fb65cfc13dc1" providerId="LiveId" clId="{81BAE575-C363-4BDC-A464-E0B4E20C3504}" dt="2024-04-04T18:01:15.089" v="1069" actId="26606"/>
          <ac:spMkLst>
            <pc:docMk/>
            <pc:sldMk cId="2215297920" sldId="292"/>
            <ac:spMk id="1049" creationId="{28781264-AA93-BD60-94E5-94ED3CDD9006}"/>
          </ac:spMkLst>
        </pc:spChg>
        <pc:picChg chg="add mod ord">
          <ac:chgData name="Daniel Barreiro" userId="b1b9fb65cfc13dc1" providerId="LiveId" clId="{81BAE575-C363-4BDC-A464-E0B4E20C3504}" dt="2024-04-04T18:01:15.089" v="1069" actId="26606"/>
          <ac:picMkLst>
            <pc:docMk/>
            <pc:sldMk cId="2215297920" sldId="292"/>
            <ac:picMk id="4" creationId="{A37E4816-EFB0-A199-03DA-DEFBF0433CC1}"/>
          </ac:picMkLst>
        </pc:picChg>
        <pc:picChg chg="del">
          <ac:chgData name="Daniel Barreiro" userId="b1b9fb65cfc13dc1" providerId="LiveId" clId="{81BAE575-C363-4BDC-A464-E0B4E20C3504}" dt="2024-04-04T17:56:39.814" v="1063" actId="478"/>
          <ac:picMkLst>
            <pc:docMk/>
            <pc:sldMk cId="2215297920" sldId="292"/>
            <ac:picMk id="4100" creationId="{9B9FBAEC-9948-5A74-D9CA-FE70EAC24F71}"/>
          </ac:picMkLst>
        </pc:picChg>
      </pc:sldChg>
      <pc:sldChg chg="delSp modSp add mod">
        <pc:chgData name="Daniel Barreiro" userId="b1b9fb65cfc13dc1" providerId="LiveId" clId="{81BAE575-C363-4BDC-A464-E0B4E20C3504}" dt="2024-04-04T18:50:21.872" v="1450" actId="1076"/>
        <pc:sldMkLst>
          <pc:docMk/>
          <pc:sldMk cId="3396175806" sldId="292"/>
        </pc:sldMkLst>
        <pc:spChg chg="mod">
          <ac:chgData name="Daniel Barreiro" userId="b1b9fb65cfc13dc1" providerId="LiveId" clId="{81BAE575-C363-4BDC-A464-E0B4E20C3504}" dt="2024-04-04T18:49:51.797" v="1447" actId="1076"/>
          <ac:spMkLst>
            <pc:docMk/>
            <pc:sldMk cId="3396175806" sldId="292"/>
            <ac:spMk id="8" creationId="{19D99F92-20DC-E3E6-049F-4AF2B807F5C9}"/>
          </ac:spMkLst>
        </pc:spChg>
        <pc:spChg chg="del mod">
          <ac:chgData name="Daniel Barreiro" userId="b1b9fb65cfc13dc1" providerId="LiveId" clId="{81BAE575-C363-4BDC-A464-E0B4E20C3504}" dt="2024-04-04T18:26:18.381" v="1151" actId="478"/>
          <ac:spMkLst>
            <pc:docMk/>
            <pc:sldMk cId="3396175806" sldId="292"/>
            <ac:spMk id="10" creationId="{73BCDAF0-3FCD-2980-0FE4-8F389BB3D20C}"/>
          </ac:spMkLst>
        </pc:spChg>
        <pc:spChg chg="del mod">
          <ac:chgData name="Daniel Barreiro" userId="b1b9fb65cfc13dc1" providerId="LiveId" clId="{81BAE575-C363-4BDC-A464-E0B4E20C3504}" dt="2024-04-04T18:26:29.455" v="1153" actId="478"/>
          <ac:spMkLst>
            <pc:docMk/>
            <pc:sldMk cId="3396175806" sldId="292"/>
            <ac:spMk id="11" creationId="{A96F7733-7434-FA95-04A6-9FA221A2649C}"/>
          </ac:spMkLst>
        </pc:spChg>
        <pc:picChg chg="del">
          <ac:chgData name="Daniel Barreiro" userId="b1b9fb65cfc13dc1" providerId="LiveId" clId="{81BAE575-C363-4BDC-A464-E0B4E20C3504}" dt="2024-04-04T18:26:13.262" v="1149" actId="478"/>
          <ac:picMkLst>
            <pc:docMk/>
            <pc:sldMk cId="3396175806" sldId="292"/>
            <ac:picMk id="2" creationId="{5BA8539B-1090-C3A8-15CA-89FFFCCA75BB}"/>
          </ac:picMkLst>
        </pc:picChg>
        <pc:picChg chg="mod">
          <ac:chgData name="Daniel Barreiro" userId="b1b9fb65cfc13dc1" providerId="LiveId" clId="{81BAE575-C363-4BDC-A464-E0B4E20C3504}" dt="2024-04-04T18:50:21.872" v="1450" actId="1076"/>
          <ac:picMkLst>
            <pc:docMk/>
            <pc:sldMk cId="3396175806" sldId="292"/>
            <ac:picMk id="9" creationId="{5FA28705-4FF6-DD63-EE09-B464B57E7C4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656996-5091-430D-8AEF-7B3EAC570B8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91B0B2C-53F9-4960-BE84-C54832E31A95}">
      <dgm:prSet phldrT="[Text]"/>
      <dgm:spPr>
        <a:solidFill>
          <a:schemeClr val="accent2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Data collection</a:t>
          </a:r>
          <a:endParaRPr lang="LID4096" dirty="0"/>
        </a:p>
      </dgm:t>
    </dgm:pt>
    <dgm:pt modelId="{116B1A99-EA3B-4D77-ABEF-355CFBA7C951}" type="parTrans" cxnId="{8398FF5F-B9DC-4010-AACA-DD1A81E8BD5D}">
      <dgm:prSet/>
      <dgm:spPr/>
      <dgm:t>
        <a:bodyPr/>
        <a:lstStyle/>
        <a:p>
          <a:endParaRPr lang="LID4096"/>
        </a:p>
      </dgm:t>
    </dgm:pt>
    <dgm:pt modelId="{B7B238C6-FF92-4952-9A8A-572F6E4B2871}" type="sibTrans" cxnId="{8398FF5F-B9DC-4010-AACA-DD1A81E8BD5D}">
      <dgm:prSet/>
      <dgm:spPr>
        <a:solidFill>
          <a:schemeClr val="accent2"/>
        </a:solidFill>
      </dgm:spPr>
      <dgm:t>
        <a:bodyPr/>
        <a:lstStyle/>
        <a:p>
          <a:endParaRPr lang="LID4096"/>
        </a:p>
      </dgm:t>
    </dgm:pt>
    <dgm:pt modelId="{71B6BF6D-CB6F-476E-BE33-F8D82A365283}">
      <dgm:prSet phldrT="[Text]"/>
      <dgm:spPr>
        <a:solidFill>
          <a:schemeClr val="accent2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Data cleaning</a:t>
          </a:r>
          <a:endParaRPr lang="LID4096" dirty="0"/>
        </a:p>
      </dgm:t>
    </dgm:pt>
    <dgm:pt modelId="{A5183CAC-8E17-4F3B-A901-B33CAE2A3657}" type="parTrans" cxnId="{48A06797-3BBC-465A-BADB-5985D78D2D14}">
      <dgm:prSet/>
      <dgm:spPr/>
      <dgm:t>
        <a:bodyPr/>
        <a:lstStyle/>
        <a:p>
          <a:endParaRPr lang="LID4096"/>
        </a:p>
      </dgm:t>
    </dgm:pt>
    <dgm:pt modelId="{F757B145-14DA-424A-8B1E-DEA64D17F93B}" type="sibTrans" cxnId="{48A06797-3BBC-465A-BADB-5985D78D2D14}">
      <dgm:prSet/>
      <dgm:spPr>
        <a:solidFill>
          <a:schemeClr val="accent2"/>
        </a:solidFill>
      </dgm:spPr>
      <dgm:t>
        <a:bodyPr/>
        <a:lstStyle/>
        <a:p>
          <a:endParaRPr lang="LID4096"/>
        </a:p>
      </dgm:t>
    </dgm:pt>
    <dgm:pt modelId="{9DD91109-E2A8-46F8-8614-92F8C0D44C95}">
      <dgm:prSet phldrT="[Text]"/>
      <dgm:spPr>
        <a:solidFill>
          <a:schemeClr val="accent2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Data analysis</a:t>
          </a:r>
          <a:endParaRPr lang="LID4096" dirty="0"/>
        </a:p>
      </dgm:t>
    </dgm:pt>
    <dgm:pt modelId="{1C5996C8-2257-4D73-9D29-F8451EABDA01}" type="parTrans" cxnId="{678DAC27-1595-46AB-A75A-CE4B7DC71608}">
      <dgm:prSet/>
      <dgm:spPr/>
      <dgm:t>
        <a:bodyPr/>
        <a:lstStyle/>
        <a:p>
          <a:endParaRPr lang="LID4096"/>
        </a:p>
      </dgm:t>
    </dgm:pt>
    <dgm:pt modelId="{C9B9265E-F245-417F-B2FC-2FCC6460A309}" type="sibTrans" cxnId="{678DAC27-1595-46AB-A75A-CE4B7DC71608}">
      <dgm:prSet/>
      <dgm:spPr/>
      <dgm:t>
        <a:bodyPr/>
        <a:lstStyle/>
        <a:p>
          <a:endParaRPr lang="LID4096"/>
        </a:p>
      </dgm:t>
    </dgm:pt>
    <dgm:pt modelId="{F09A9D4A-134E-4887-A29D-FBEC7B79DEDC}" type="pres">
      <dgm:prSet presAssocID="{B8656996-5091-430D-8AEF-7B3EAC570B81}" presName="Name0" presStyleCnt="0">
        <dgm:presLayoutVars>
          <dgm:dir/>
          <dgm:resizeHandles val="exact"/>
        </dgm:presLayoutVars>
      </dgm:prSet>
      <dgm:spPr/>
    </dgm:pt>
    <dgm:pt modelId="{9EFF6F1C-1622-4FC2-AECD-1BECF368C222}" type="pres">
      <dgm:prSet presAssocID="{791B0B2C-53F9-4960-BE84-C54832E31A95}" presName="node" presStyleLbl="node1" presStyleIdx="0" presStyleCnt="3">
        <dgm:presLayoutVars>
          <dgm:bulletEnabled val="1"/>
        </dgm:presLayoutVars>
      </dgm:prSet>
      <dgm:spPr/>
    </dgm:pt>
    <dgm:pt modelId="{DD35795F-D680-4DC7-8F71-7D6C8546B3F2}" type="pres">
      <dgm:prSet presAssocID="{B7B238C6-FF92-4952-9A8A-572F6E4B2871}" presName="sibTrans" presStyleLbl="sibTrans2D1" presStyleIdx="0" presStyleCnt="2"/>
      <dgm:spPr/>
    </dgm:pt>
    <dgm:pt modelId="{726114F3-9CA5-4E52-9EC0-EC066F2FFF2A}" type="pres">
      <dgm:prSet presAssocID="{B7B238C6-FF92-4952-9A8A-572F6E4B2871}" presName="connectorText" presStyleLbl="sibTrans2D1" presStyleIdx="0" presStyleCnt="2"/>
      <dgm:spPr/>
    </dgm:pt>
    <dgm:pt modelId="{CCDE3F91-1486-4602-A297-BA8D8A6F42A8}" type="pres">
      <dgm:prSet presAssocID="{71B6BF6D-CB6F-476E-BE33-F8D82A365283}" presName="node" presStyleLbl="node1" presStyleIdx="1" presStyleCnt="3">
        <dgm:presLayoutVars>
          <dgm:bulletEnabled val="1"/>
        </dgm:presLayoutVars>
      </dgm:prSet>
      <dgm:spPr/>
    </dgm:pt>
    <dgm:pt modelId="{B2DD632D-71C0-40A0-B3DA-19BE16B45DCF}" type="pres">
      <dgm:prSet presAssocID="{F757B145-14DA-424A-8B1E-DEA64D17F93B}" presName="sibTrans" presStyleLbl="sibTrans2D1" presStyleIdx="1" presStyleCnt="2"/>
      <dgm:spPr/>
    </dgm:pt>
    <dgm:pt modelId="{5D49543F-70EA-43A2-8874-3C46EFF89774}" type="pres">
      <dgm:prSet presAssocID="{F757B145-14DA-424A-8B1E-DEA64D17F93B}" presName="connectorText" presStyleLbl="sibTrans2D1" presStyleIdx="1" presStyleCnt="2"/>
      <dgm:spPr/>
    </dgm:pt>
    <dgm:pt modelId="{810EB6CD-5E22-4E08-BF2F-8A3C96A9C08B}" type="pres">
      <dgm:prSet presAssocID="{9DD91109-E2A8-46F8-8614-92F8C0D44C95}" presName="node" presStyleLbl="node1" presStyleIdx="2" presStyleCnt="3">
        <dgm:presLayoutVars>
          <dgm:bulletEnabled val="1"/>
        </dgm:presLayoutVars>
      </dgm:prSet>
      <dgm:spPr/>
    </dgm:pt>
  </dgm:ptLst>
  <dgm:cxnLst>
    <dgm:cxn modelId="{EF97771E-69D5-48F3-8489-058F6C99F5FD}" type="presOf" srcId="{B7B238C6-FF92-4952-9A8A-572F6E4B2871}" destId="{726114F3-9CA5-4E52-9EC0-EC066F2FFF2A}" srcOrd="1" destOrd="0" presId="urn:microsoft.com/office/officeart/2005/8/layout/process1"/>
    <dgm:cxn modelId="{678DAC27-1595-46AB-A75A-CE4B7DC71608}" srcId="{B8656996-5091-430D-8AEF-7B3EAC570B81}" destId="{9DD91109-E2A8-46F8-8614-92F8C0D44C95}" srcOrd="2" destOrd="0" parTransId="{1C5996C8-2257-4D73-9D29-F8451EABDA01}" sibTransId="{C9B9265E-F245-417F-B2FC-2FCC6460A309}"/>
    <dgm:cxn modelId="{8398FF5F-B9DC-4010-AACA-DD1A81E8BD5D}" srcId="{B8656996-5091-430D-8AEF-7B3EAC570B81}" destId="{791B0B2C-53F9-4960-BE84-C54832E31A95}" srcOrd="0" destOrd="0" parTransId="{116B1A99-EA3B-4D77-ABEF-355CFBA7C951}" sibTransId="{B7B238C6-FF92-4952-9A8A-572F6E4B2871}"/>
    <dgm:cxn modelId="{3DDB3868-6346-4466-9D1E-1FD893023EA8}" type="presOf" srcId="{B8656996-5091-430D-8AEF-7B3EAC570B81}" destId="{F09A9D4A-134E-4887-A29D-FBEC7B79DEDC}" srcOrd="0" destOrd="0" presId="urn:microsoft.com/office/officeart/2005/8/layout/process1"/>
    <dgm:cxn modelId="{FD82CA73-1766-4B10-8F73-24381B1A69F7}" type="presOf" srcId="{F757B145-14DA-424A-8B1E-DEA64D17F93B}" destId="{B2DD632D-71C0-40A0-B3DA-19BE16B45DCF}" srcOrd="0" destOrd="0" presId="urn:microsoft.com/office/officeart/2005/8/layout/process1"/>
    <dgm:cxn modelId="{48A06797-3BBC-465A-BADB-5985D78D2D14}" srcId="{B8656996-5091-430D-8AEF-7B3EAC570B81}" destId="{71B6BF6D-CB6F-476E-BE33-F8D82A365283}" srcOrd="1" destOrd="0" parTransId="{A5183CAC-8E17-4F3B-A901-B33CAE2A3657}" sibTransId="{F757B145-14DA-424A-8B1E-DEA64D17F93B}"/>
    <dgm:cxn modelId="{7A5FC6B7-CB59-4B68-8527-A28BCE3CF1B0}" type="presOf" srcId="{B7B238C6-FF92-4952-9A8A-572F6E4B2871}" destId="{DD35795F-D680-4DC7-8F71-7D6C8546B3F2}" srcOrd="0" destOrd="0" presId="urn:microsoft.com/office/officeart/2005/8/layout/process1"/>
    <dgm:cxn modelId="{3681EFD9-C8FC-463E-B8FB-135047342862}" type="presOf" srcId="{9DD91109-E2A8-46F8-8614-92F8C0D44C95}" destId="{810EB6CD-5E22-4E08-BF2F-8A3C96A9C08B}" srcOrd="0" destOrd="0" presId="urn:microsoft.com/office/officeart/2005/8/layout/process1"/>
    <dgm:cxn modelId="{25235ADC-F6F2-4B8C-B4A2-E486CF0046DA}" type="presOf" srcId="{791B0B2C-53F9-4960-BE84-C54832E31A95}" destId="{9EFF6F1C-1622-4FC2-AECD-1BECF368C222}" srcOrd="0" destOrd="0" presId="urn:microsoft.com/office/officeart/2005/8/layout/process1"/>
    <dgm:cxn modelId="{B1731DED-DFD4-4872-AF0A-2AA2948FDC08}" type="presOf" srcId="{F757B145-14DA-424A-8B1E-DEA64D17F93B}" destId="{5D49543F-70EA-43A2-8874-3C46EFF89774}" srcOrd="1" destOrd="0" presId="urn:microsoft.com/office/officeart/2005/8/layout/process1"/>
    <dgm:cxn modelId="{8B4EDBFA-8E6C-417D-B2E1-07E80E839F12}" type="presOf" srcId="{71B6BF6D-CB6F-476E-BE33-F8D82A365283}" destId="{CCDE3F91-1486-4602-A297-BA8D8A6F42A8}" srcOrd="0" destOrd="0" presId="urn:microsoft.com/office/officeart/2005/8/layout/process1"/>
    <dgm:cxn modelId="{8E79A0C0-74AF-4FC1-9983-4E2C664E1316}" type="presParOf" srcId="{F09A9D4A-134E-4887-A29D-FBEC7B79DEDC}" destId="{9EFF6F1C-1622-4FC2-AECD-1BECF368C222}" srcOrd="0" destOrd="0" presId="urn:microsoft.com/office/officeart/2005/8/layout/process1"/>
    <dgm:cxn modelId="{340ECCA3-1E66-4374-97B3-4767C79267D8}" type="presParOf" srcId="{F09A9D4A-134E-4887-A29D-FBEC7B79DEDC}" destId="{DD35795F-D680-4DC7-8F71-7D6C8546B3F2}" srcOrd="1" destOrd="0" presId="urn:microsoft.com/office/officeart/2005/8/layout/process1"/>
    <dgm:cxn modelId="{264EF551-206E-4525-B66C-CE4AE4E92C16}" type="presParOf" srcId="{DD35795F-D680-4DC7-8F71-7D6C8546B3F2}" destId="{726114F3-9CA5-4E52-9EC0-EC066F2FFF2A}" srcOrd="0" destOrd="0" presId="urn:microsoft.com/office/officeart/2005/8/layout/process1"/>
    <dgm:cxn modelId="{5958FA52-C654-42C8-824E-15B49B5F38F8}" type="presParOf" srcId="{F09A9D4A-134E-4887-A29D-FBEC7B79DEDC}" destId="{CCDE3F91-1486-4602-A297-BA8D8A6F42A8}" srcOrd="2" destOrd="0" presId="urn:microsoft.com/office/officeart/2005/8/layout/process1"/>
    <dgm:cxn modelId="{DA70BA4B-122A-4E13-B7FC-141004EB9714}" type="presParOf" srcId="{F09A9D4A-134E-4887-A29D-FBEC7B79DEDC}" destId="{B2DD632D-71C0-40A0-B3DA-19BE16B45DCF}" srcOrd="3" destOrd="0" presId="urn:microsoft.com/office/officeart/2005/8/layout/process1"/>
    <dgm:cxn modelId="{E33EB1BB-9F08-48BB-8711-6782ABBF5CD3}" type="presParOf" srcId="{B2DD632D-71C0-40A0-B3DA-19BE16B45DCF}" destId="{5D49543F-70EA-43A2-8874-3C46EFF89774}" srcOrd="0" destOrd="0" presId="urn:microsoft.com/office/officeart/2005/8/layout/process1"/>
    <dgm:cxn modelId="{A4B74FE9-9E72-49B8-BDED-BBC0E21DB372}" type="presParOf" srcId="{F09A9D4A-134E-4887-A29D-FBEC7B79DEDC}" destId="{810EB6CD-5E22-4E08-BF2F-8A3C96A9C08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FF6F1C-1622-4FC2-AECD-1BECF368C222}">
      <dsp:nvSpPr>
        <dsp:cNvPr id="0" name=""/>
        <dsp:cNvSpPr/>
      </dsp:nvSpPr>
      <dsp:spPr>
        <a:xfrm>
          <a:off x="9419" y="970697"/>
          <a:ext cx="2815361" cy="1689216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Data collection</a:t>
          </a:r>
          <a:endParaRPr lang="LID4096" sz="3500" kern="1200" dirty="0"/>
        </a:p>
      </dsp:txBody>
      <dsp:txXfrm>
        <a:off x="58894" y="1020172"/>
        <a:ext cx="2716411" cy="1590266"/>
      </dsp:txXfrm>
    </dsp:sp>
    <dsp:sp modelId="{DD35795F-D680-4DC7-8F71-7D6C8546B3F2}">
      <dsp:nvSpPr>
        <dsp:cNvPr id="0" name=""/>
        <dsp:cNvSpPr/>
      </dsp:nvSpPr>
      <dsp:spPr>
        <a:xfrm>
          <a:off x="3106316" y="1466201"/>
          <a:ext cx="596856" cy="6982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2500" kern="1200"/>
        </a:p>
      </dsp:txBody>
      <dsp:txXfrm>
        <a:off x="3106316" y="1605843"/>
        <a:ext cx="417799" cy="418925"/>
      </dsp:txXfrm>
    </dsp:sp>
    <dsp:sp modelId="{CCDE3F91-1486-4602-A297-BA8D8A6F42A8}">
      <dsp:nvSpPr>
        <dsp:cNvPr id="0" name=""/>
        <dsp:cNvSpPr/>
      </dsp:nvSpPr>
      <dsp:spPr>
        <a:xfrm>
          <a:off x="3950925" y="970697"/>
          <a:ext cx="2815361" cy="1689216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Data cleaning</a:t>
          </a:r>
          <a:endParaRPr lang="LID4096" sz="3500" kern="1200" dirty="0"/>
        </a:p>
      </dsp:txBody>
      <dsp:txXfrm>
        <a:off x="4000400" y="1020172"/>
        <a:ext cx="2716411" cy="1590266"/>
      </dsp:txXfrm>
    </dsp:sp>
    <dsp:sp modelId="{B2DD632D-71C0-40A0-B3DA-19BE16B45DCF}">
      <dsp:nvSpPr>
        <dsp:cNvPr id="0" name=""/>
        <dsp:cNvSpPr/>
      </dsp:nvSpPr>
      <dsp:spPr>
        <a:xfrm>
          <a:off x="7047822" y="1466201"/>
          <a:ext cx="596856" cy="6982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2500" kern="1200"/>
        </a:p>
      </dsp:txBody>
      <dsp:txXfrm>
        <a:off x="7047822" y="1605843"/>
        <a:ext cx="417799" cy="418925"/>
      </dsp:txXfrm>
    </dsp:sp>
    <dsp:sp modelId="{810EB6CD-5E22-4E08-BF2F-8A3C96A9C08B}">
      <dsp:nvSpPr>
        <dsp:cNvPr id="0" name=""/>
        <dsp:cNvSpPr/>
      </dsp:nvSpPr>
      <dsp:spPr>
        <a:xfrm>
          <a:off x="7892431" y="970697"/>
          <a:ext cx="2815361" cy="1689216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Data analysis</a:t>
          </a:r>
          <a:endParaRPr lang="LID4096" sz="3500" kern="1200" dirty="0"/>
        </a:p>
      </dsp:txBody>
      <dsp:txXfrm>
        <a:off x="7941906" y="1020172"/>
        <a:ext cx="2716411" cy="15902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067D9-116D-3843-ABDF-D6546C1962D4}" type="datetimeFigureOut">
              <a:rPr lang="en-US" smtClean="0"/>
              <a:t>4/4/2024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D21CC-DD94-204E-93C8-E1AAF3084C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51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48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4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592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663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759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702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790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13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980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696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15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23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6905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687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2.svg"/><Relationship Id="rId5" Type="http://schemas.openxmlformats.org/officeDocument/2006/relationships/image" Target="../media/image6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.svg"/><Relationship Id="rId10" Type="http://schemas.openxmlformats.org/officeDocument/2006/relationships/image" Target="../media/image30.png"/><Relationship Id="rId4" Type="http://schemas.openxmlformats.org/officeDocument/2006/relationships/image" Target="../media/image1.png"/><Relationship Id="rId9" Type="http://schemas.openxmlformats.org/officeDocument/2006/relationships/image" Target="../media/image2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9.svg"/><Relationship Id="rId7" Type="http://schemas.openxmlformats.org/officeDocument/2006/relationships/image" Target="../media/image18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23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 userDrawn="1"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 userDrawn="1"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 userDrawn="1"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 userDrawn="1"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anchor="t">
            <a:noAutofit/>
          </a:bodyPr>
          <a:lstStyle>
            <a:lvl1pPr algn="l">
              <a:defRPr sz="5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 userDrawn="1"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reeform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3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19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anchor="t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16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c 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1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raphic 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anchor="t">
            <a:noAutofit/>
          </a:bodyPr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7" name="Graphic 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 userDrawn="1"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 userDrawn="1"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Freeform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 userDrawn="1"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26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 userDrawn="1"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 userDrawn="1"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 userDrawn="1"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 userDrawn="1"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 userDrawn="1"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 userDrawn="1"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 userDrawn="1"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8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 userDrawn="1"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 userDrawn="1"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 userDrawn="1"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 userDrawn="1"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 userDrawn="1"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 userDrawn="1"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 userDrawn="1"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 userDrawn="1"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Picture Placeholder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8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7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9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69296" y="4041648"/>
            <a:ext cx="156362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2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 userDrawn="1"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 userDrawn="1"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 userDrawn="1"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 userDrawn="1"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5040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812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9240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 userDrawn="1"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51392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35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c 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Graphic 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 userDrawn="1"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 userDrawn="1"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 userDrawn="1"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811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c 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 userDrawn="1"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 userDrawn="1"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 userDrawn="1"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Title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760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96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29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690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7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bg2"/>
                </a:solidFill>
              </a:defRPr>
            </a:lvl1pPr>
          </a:lstStyle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8" r:id="rId5"/>
    <p:sldLayoutId id="2147483663" r:id="rId6"/>
    <p:sldLayoutId id="2147483664" r:id="rId7"/>
    <p:sldLayoutId id="2147483659" r:id="rId8"/>
    <p:sldLayoutId id="2147483660" r:id="rId9"/>
    <p:sldLayoutId id="2147483661" r:id="rId10"/>
    <p:sldLayoutId id="2147483652" r:id="rId11"/>
    <p:sldLayoutId id="2147483667" r:id="rId12"/>
    <p:sldLayoutId id="2147483653" r:id="rId13"/>
    <p:sldLayoutId id="2147483668" r:id="rId14"/>
    <p:sldLayoutId id="2147483665" r:id="rId15"/>
    <p:sldLayoutId id="2147483666" r:id="rId16"/>
    <p:sldLayoutId id="2147483654" r:id="rId17"/>
    <p:sldLayoutId id="2147483655" r:id="rId18"/>
    <p:sldLayoutId id="2147483656" r:id="rId19"/>
    <p:sldLayoutId id="214748365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icadores.pr/dataset/generacion-consumo-costo-ingresos-y-clientes-del-sistema-electrico-de-puerto-rico/resource/8025f821-45c1-4c6a-b2f4-8d641cc03df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ieefa.org/sites/default/files/2023-01/Hoja-de-ruta-de-recursos-energeticos-distribuidos-para-Puerto-Rico-Fase-I-Final-11_2019.pdf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8762-BFD9-B53C-F438-D440DBFDD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0640" y="599440"/>
            <a:ext cx="7030720" cy="2133600"/>
          </a:xfrm>
        </p:spPr>
        <p:txBody>
          <a:bodyPr/>
          <a:lstStyle/>
          <a:p>
            <a:pPr algn="ctr"/>
            <a:br>
              <a:rPr lang="en-US" sz="3500" dirty="0"/>
            </a:br>
            <a:br>
              <a:rPr lang="en-US" sz="3500" dirty="0"/>
            </a:br>
            <a:br>
              <a:rPr lang="en-US" sz="3500" dirty="0"/>
            </a:br>
            <a:r>
              <a:rPr lang="en-US" sz="3500" dirty="0"/>
              <a:t>Analysis of Puerto Rico’s Status of Electrical Infrastructure</a:t>
            </a:r>
            <a:br>
              <a:rPr lang="en-US" sz="3500" dirty="0"/>
            </a:br>
            <a:r>
              <a:rPr lang="en-US" sz="3500" dirty="0"/>
              <a:t>SURE C^2</a:t>
            </a:r>
            <a:br>
              <a:rPr lang="en-US" sz="3500" dirty="0"/>
            </a:br>
            <a:br>
              <a:rPr lang="en-US" sz="3500" dirty="0"/>
            </a:br>
            <a:br>
              <a:rPr lang="en-US" sz="3500" dirty="0"/>
            </a:br>
            <a:r>
              <a:rPr lang="en-US" sz="2800" dirty="0"/>
              <a:t>Carmen </a:t>
            </a:r>
            <a:r>
              <a:rPr lang="en-US" sz="2800" dirty="0" err="1"/>
              <a:t>Caiseda</a:t>
            </a:r>
            <a:br>
              <a:rPr lang="en-US" sz="2800" dirty="0"/>
            </a:br>
            <a:r>
              <a:rPr lang="en-US" sz="2800" dirty="0"/>
              <a:t>Daniel Barreiro</a:t>
            </a:r>
            <a:br>
              <a:rPr lang="en-US" sz="2800" dirty="0"/>
            </a:br>
            <a:r>
              <a:rPr lang="en-US" sz="2800" dirty="0" err="1"/>
              <a:t>Onix</a:t>
            </a:r>
            <a:r>
              <a:rPr lang="en-US" sz="2800" dirty="0"/>
              <a:t> González</a:t>
            </a:r>
            <a:br>
              <a:rPr lang="en-US" sz="2800" dirty="0"/>
            </a:br>
            <a:r>
              <a:rPr lang="en-US" sz="2800" dirty="0"/>
              <a:t>Jorge Feliciano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2759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D6DF6-5B25-79AF-09F2-0008B7DD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49DED-F98B-AA29-6402-0A09C4EFE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79EAB77-EA1B-845C-B39D-F4147B3C0E4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AF7CB-A8CE-582C-C1DB-E6D72AC69A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9AD6ED5E-6255-A10D-1B61-1C38A65A0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403DC-3521-3A53-9255-0D192EBD4F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Python methodology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725D92A4-EE14-BE47-EFF6-F0FD3F4AE6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F6EA68-2AA8-DF86-685C-EC38431277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Challenges and solutions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7FFFF704-D039-7DC7-A34E-489FEE26CD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545FBC-2F5C-8772-F385-63E10355830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834A08F-B9C1-B3EF-25F5-A69D401C8B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2850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BA60034-9E02-4BFF-D46B-98C157D6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A91497-60EB-6CC6-BE1A-11323E8A9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4150360" cy="34970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 September 20, 2017, Puerto Rico got hit by the worst natural disaster in recent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Island lost power for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blackout is believed to be the longest in U.S.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events highlight need for a more resilient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desired to quantify how catastrophic this collapse </a:t>
            </a:r>
            <a:r>
              <a:rPr lang="en-US" dirty="0">
                <a:solidFill>
                  <a:srgbClr val="FF0000"/>
                </a:solidFill>
              </a:rPr>
              <a:t>and look for potential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09EE273-65DC-EBC2-149C-7BB5726CE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00E35B6-58C6-ABFD-1333-AA1B7702D1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 descr="A broken power lines in a city&#10;&#10;Description automatically generated">
            <a:extLst>
              <a:ext uri="{FF2B5EF4-FFF2-40B4-BE49-F238E27FC236}">
                <a16:creationId xmlns:a16="http://schemas.microsoft.com/office/drawing/2014/main" id="{38407D1A-3E2D-EB92-4D6D-9D47535B3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23403"/>
            <a:ext cx="4347528" cy="289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23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8BD3563-74C4-0E4D-FE4C-A2AA33C3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Management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914057-CF12-017E-B2D8-B25B6E3229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EF1DE-337F-5192-8762-CB5AF953805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2B9DA50-27D0-1E9C-143F-9F4FD8F5E9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1312334"/>
              </p:ext>
            </p:extLst>
          </p:nvPr>
        </p:nvGraphicFramePr>
        <p:xfrm>
          <a:off x="731838" y="2405063"/>
          <a:ext cx="10717212" cy="3630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932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F53997B6-F3E1-9D78-6854-5167DBD9DE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A8BD3563-74C4-0E4D-FE4C-A2AA33C3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Data analysis - collection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319788-E100-D73A-8F8D-C48972D8E37B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3464" indent="-28346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We extracted Puerto Rico’s Electrical grid data from the PR Institute of Statistics; provided by the island’s current electrical distribution manager, LUMA Energy.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C4FCA5-8D3C-DAEC-9F65-FD0F9EA9C2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576354"/>
            <a:ext cx="5181600" cy="2849879"/>
          </a:xfr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EF1DE-337F-5192-8762-CB5AF953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1903" y="809244"/>
            <a:ext cx="941832" cy="6217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43B8D3-9A08-F84C-9DD4-44948BA52D4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8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ext Placeholder 1">
            <a:extLst>
              <a:ext uri="{FF2B5EF4-FFF2-40B4-BE49-F238E27FC236}">
                <a16:creationId xmlns:a16="http://schemas.microsoft.com/office/drawing/2014/main" id="{736F7FCA-38E6-CABF-C3D0-BB916C2279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</p:spPr>
        <p:txBody>
          <a:bodyPr anchor="ctr">
            <a:noAutofit/>
          </a:bodyPr>
          <a:lstStyle/>
          <a:p>
            <a:r>
              <a:rPr lang="en-US" sz="3000" b="1" dirty="0">
                <a:ea typeface="Tahoma" panose="020B0604030504040204" pitchFamily="34" charset="0"/>
                <a:cs typeface="Tahoma" panose="020B0604030504040204" pitchFamily="34" charset="0"/>
              </a:rPr>
              <a:t>Excel Visualizations of Max Demand and Weather Data</a:t>
            </a:r>
            <a:endParaRPr lang="en-US" sz="3000" dirty="0"/>
          </a:p>
        </p:txBody>
      </p:sp>
      <p:sp>
        <p:nvSpPr>
          <p:cNvPr id="2057" name="Content Placeholder 4">
            <a:extLst>
              <a:ext uri="{FF2B5EF4-FFF2-40B4-BE49-F238E27FC236}">
                <a16:creationId xmlns:a16="http://schemas.microsoft.com/office/drawing/2014/main" id="{3FA07C9D-657B-3447-8FFB-7E1E98A36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 sz="2800" b="1" dirty="0">
                <a:ea typeface="Tahoma" panose="020B0604030504040204" pitchFamily="34" charset="0"/>
                <a:cs typeface="Tahoma" panose="020B0604030504040204" pitchFamily="34" charset="0"/>
              </a:rPr>
              <a:t>Monthly Maximum Demand from Years 2015-2019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1903" y="809244"/>
            <a:ext cx="941832" cy="62179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43B8D3-9A08-F84C-9DD4-44948BA52D4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 dirty="0"/>
          </a:p>
        </p:txBody>
      </p:sp>
      <p:pic>
        <p:nvPicPr>
          <p:cNvPr id="14" name="Content Placeholder 13" descr="A graph with numbers and dots">
            <a:extLst>
              <a:ext uri="{FF2B5EF4-FFF2-40B4-BE49-F238E27FC236}">
                <a16:creationId xmlns:a16="http://schemas.microsoft.com/office/drawing/2014/main" id="{7C15ACFE-9810-A4BA-6750-EDBF32459E72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03" y="1825625"/>
            <a:ext cx="45685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08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Text Placeholder 1">
            <a:extLst>
              <a:ext uri="{FF2B5EF4-FFF2-40B4-BE49-F238E27FC236}">
                <a16:creationId xmlns:a16="http://schemas.microsoft.com/office/drawing/2014/main" id="{9DB53B44-B12C-46AF-88D2-010C846460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</p:spPr>
        <p:txBody>
          <a:bodyPr anchor="ctr">
            <a:normAutofit fontScale="90000"/>
          </a:bodyPr>
          <a:lstStyle/>
          <a:p>
            <a:r>
              <a:rPr lang="en-US" sz="3200" b="1" dirty="0">
                <a:ea typeface="Tahoma" panose="020B0604030504040204" pitchFamily="34" charset="0"/>
                <a:cs typeface="Tahoma" panose="020B0604030504040204" pitchFamily="34" charset="0"/>
              </a:rPr>
              <a:t>Excel Visualizations of Max Demand and Weather Data</a:t>
            </a:r>
            <a:endParaRPr lang="en-US" sz="31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8205314-8130-42C1-333F-AFC76862799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7959" y="2133600"/>
            <a:ext cx="6497321" cy="311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Content Placeholder 4">
            <a:extLst>
              <a:ext uri="{FF2B5EF4-FFF2-40B4-BE49-F238E27FC236}">
                <a16:creationId xmlns:a16="http://schemas.microsoft.com/office/drawing/2014/main" id="{FFC5CEDF-00AD-5457-21BA-019CDF90B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7770" y="1866265"/>
            <a:ext cx="5181600" cy="4351338"/>
          </a:xfrm>
        </p:spPr>
        <p:txBody>
          <a:bodyPr/>
          <a:lstStyle/>
          <a:p>
            <a:r>
              <a:rPr lang="en-US" sz="2800" b="1" dirty="0">
                <a:ea typeface="Tahoma" panose="020B0604030504040204" pitchFamily="34" charset="0"/>
                <a:cs typeface="Tahoma" panose="020B0604030504040204" pitchFamily="34" charset="0"/>
              </a:rPr>
              <a:t>Seasonality of Maximum Demand from Years 2013-2016</a:t>
            </a:r>
            <a:r>
              <a:rPr lang="en-US" sz="3200" dirty="0">
                <a:ea typeface="Tahoma" panose="020B0604030504040204" pitchFamily="34" charset="0"/>
                <a:cs typeface="Tahoma" panose="020B0604030504040204" pitchFamily="34" charset="0"/>
              </a:rPr>
              <a:t>, &amp; 2019-2022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1903" y="809244"/>
            <a:ext cx="941832" cy="62179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43B8D3-9A08-F84C-9DD4-44948BA52D4B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16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Text Placeholder 1">
            <a:extLst>
              <a:ext uri="{FF2B5EF4-FFF2-40B4-BE49-F238E27FC236}">
                <a16:creationId xmlns:a16="http://schemas.microsoft.com/office/drawing/2014/main" id="{9DB53B44-B12C-46AF-88D2-010C846460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</p:spPr>
        <p:txBody>
          <a:bodyPr anchor="ctr">
            <a:normAutofit fontScale="90000"/>
          </a:bodyPr>
          <a:lstStyle/>
          <a:p>
            <a:r>
              <a:rPr lang="en-US" sz="3200" b="1" dirty="0">
                <a:ea typeface="Tahoma" panose="020B0604030504040204" pitchFamily="34" charset="0"/>
                <a:cs typeface="Tahoma" panose="020B0604030504040204" pitchFamily="34" charset="0"/>
              </a:rPr>
              <a:t>Excel Visualizations of Max Demand and Weather Data</a:t>
            </a:r>
            <a:endParaRPr lang="en-US" sz="3100" dirty="0"/>
          </a:p>
        </p:txBody>
      </p:sp>
      <p:sp>
        <p:nvSpPr>
          <p:cNvPr id="1042" name="Content Placeholder 4">
            <a:extLst>
              <a:ext uri="{FF2B5EF4-FFF2-40B4-BE49-F238E27FC236}">
                <a16:creationId xmlns:a16="http://schemas.microsoft.com/office/drawing/2014/main" id="{FFC5CEDF-00AD-5457-21BA-019CDF90B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1640" y="1917065"/>
            <a:ext cx="5181600" cy="4351338"/>
          </a:xfrm>
        </p:spPr>
        <p:txBody>
          <a:bodyPr/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 (Body)"/>
                <a:ea typeface="Tahoma" panose="020B0604030504040204" pitchFamily="34" charset="0"/>
                <a:cs typeface="Tahoma" panose="020B0604030504040204" pitchFamily="34" charset="0"/>
              </a:rPr>
              <a:t>Seasonality of </a:t>
            </a:r>
            <a:r>
              <a:rPr lang="en-US" sz="2800" b="1" dirty="0">
                <a:latin typeface="Arial Black (Body)"/>
                <a:ea typeface="Tahoma" panose="020B0604030504040204" pitchFamily="34" charset="0"/>
                <a:cs typeface="Tahoma" panose="020B0604030504040204" pitchFamily="34" charset="0"/>
              </a:rPr>
              <a:t>Peak Temperature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 (Body)"/>
                <a:ea typeface="Tahoma" panose="020B0604030504040204" pitchFamily="34" charset="0"/>
                <a:cs typeface="Tahoma" panose="020B0604030504040204" pitchFamily="34" charset="0"/>
              </a:rPr>
              <a:t>Weather Data of </a:t>
            </a:r>
            <a:r>
              <a:rPr lang="en-US" sz="2800" b="1" dirty="0">
                <a:latin typeface="Arial Black (Body)"/>
                <a:ea typeface="Tahoma" panose="020B0604030504040204" pitchFamily="34" charset="0"/>
                <a:cs typeface="Tahoma" panose="020B0604030504040204" pitchFamily="34" charset="0"/>
              </a:rPr>
              <a:t>PR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 (Body)"/>
                <a:ea typeface="Tahoma" panose="020B0604030504040204" pitchFamily="34" charset="0"/>
                <a:cs typeface="Tahoma" panose="020B0604030504040204" pitchFamily="34" charset="0"/>
              </a:rPr>
              <a:t> for Years 2013-2016, &amp; 2019-2022.</a:t>
            </a:r>
          </a:p>
          <a:p>
            <a:endParaRPr lang="en-US" b="1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1903" y="809244"/>
            <a:ext cx="941832" cy="62179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43B8D3-9A08-F84C-9DD4-44948BA52D4B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B9FBAEC-9948-5A74-D9CA-FE70EAC24F7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" y="2194560"/>
            <a:ext cx="6473285" cy="299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735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– Date formatting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B742BF8-0956-7E94-FAF4-D42A92ACE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993898-3342-0BB5-8585-901E11357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40877" y="4242686"/>
            <a:ext cx="6146081" cy="128351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D99F92-20DC-E3E6-049F-4AF2B807F5C9}"/>
              </a:ext>
            </a:extLst>
          </p:cNvPr>
          <p:cNvSpPr txBox="1"/>
          <p:nvPr/>
        </p:nvSpPr>
        <p:spPr>
          <a:xfrm>
            <a:off x="2437598" y="5770045"/>
            <a:ext cx="700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used to standardize the date in the U.S. format of m/d/y</a:t>
            </a:r>
            <a:endParaRPr lang="LID4096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43F519-CF66-3086-A464-F5671DD57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734" y="1731198"/>
            <a:ext cx="2355971" cy="11240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A70D32-15AA-512F-0B7D-9CB25B8CED19}"/>
              </a:ext>
            </a:extLst>
          </p:cNvPr>
          <p:cNvSpPr txBox="1"/>
          <p:nvPr/>
        </p:nvSpPr>
        <p:spPr>
          <a:xfrm>
            <a:off x="2593735" y="2885440"/>
            <a:ext cx="6493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variety of Python libraries were imported to work with math, plotting and statistics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61847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/>
          </p:cNvSpPr>
          <p:nvPr/>
        </p:nvSpPr>
        <p:spPr>
          <a:xfrm>
            <a:off x="6035040" y="2148840"/>
            <a:ext cx="3566160" cy="64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CC43B8D3-9A08-F84C-9DD4-44948BA52D4B}" type="slidenum">
              <a:rPr lang="en-US" b="0" kern="1200"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10</a:t>
            </a:fld>
            <a:endParaRPr lang="en-US" b="0" kern="120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192F918-59D0-E1E1-526A-DA90127B4BE9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224320673"/>
              </p:ext>
            </p:extLst>
          </p:nvPr>
        </p:nvGraphicFramePr>
        <p:xfrm>
          <a:off x="934720" y="1841500"/>
          <a:ext cx="10322560" cy="3479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20720">
                  <a:extLst>
                    <a:ext uri="{9D8B030D-6E8A-4147-A177-3AD203B41FA5}">
                      <a16:colId xmlns:a16="http://schemas.microsoft.com/office/drawing/2014/main" val="3242621629"/>
                    </a:ext>
                  </a:extLst>
                </a:gridCol>
                <a:gridCol w="3605226">
                  <a:extLst>
                    <a:ext uri="{9D8B030D-6E8A-4147-A177-3AD203B41FA5}">
                      <a16:colId xmlns:a16="http://schemas.microsoft.com/office/drawing/2014/main" val="3869398031"/>
                    </a:ext>
                  </a:extLst>
                </a:gridCol>
                <a:gridCol w="3496614">
                  <a:extLst>
                    <a:ext uri="{9D8B030D-6E8A-4147-A177-3AD203B41FA5}">
                      <a16:colId xmlns:a16="http://schemas.microsoft.com/office/drawing/2014/main" val="2297648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</a:t>
                      </a:r>
                      <a:endParaRPr lang="LID4096" dirty="0">
                        <a:latin typeface="Arial Black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Maximum D</a:t>
                      </a:r>
                      <a:endParaRPr lang="LID4096" dirty="0">
                        <a:latin typeface="Arial Black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Gross Generation</a:t>
                      </a:r>
                      <a:endParaRPr lang="LID4096" dirty="0">
                        <a:latin typeface="Arial Black 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020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Mean ± t-critical* SE (</a:t>
                      </a:r>
                      <a:r>
                        <a:rPr lang="en-US" sz="2000" b="0" dirty="0" err="1">
                          <a:latin typeface="Arial "/>
                        </a:rPr>
                        <a:t>Pre,Post</a:t>
                      </a:r>
                      <a:r>
                        <a:rPr lang="en-US" sz="2000" b="0" dirty="0">
                          <a:latin typeface="Arial "/>
                        </a:rPr>
                        <a:t>)</a:t>
                      </a:r>
                      <a:endParaRPr lang="en-PR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"/>
                        </a:rPr>
                        <a:t>2940 ± 31.15 MW</a:t>
                      </a:r>
                    </a:p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Arial "/>
                      </a:endParaRPr>
                    </a:p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"/>
                        </a:rPr>
                        <a:t>2627 ± 50.12 MW</a:t>
                      </a:r>
                      <a:endParaRPr lang="en-PR" sz="2000" b="0" dirty="0">
                        <a:solidFill>
                          <a:srgbClr val="FF0000"/>
                        </a:solidFill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 algn="ctr">
                        <a:buAutoNum type="arabicPlain" startAt="1787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"/>
                        </a:rPr>
                        <a:t> ± 23.11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Arial "/>
                        </a:rPr>
                        <a:t>MkWh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 "/>
                      </a:endParaRPr>
                    </a:p>
                    <a:p>
                      <a:pPr marL="0" indent="0" algn="ctr">
                        <a:buNone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Arial "/>
                      </a:endParaRPr>
                    </a:p>
                    <a:p>
                      <a:pPr marL="457200" indent="-457200" algn="ctr">
                        <a:buAutoNum type="arabicPlain" startAt="1566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"/>
                        </a:rPr>
                        <a:t> ± 34.43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Arial "/>
                        </a:rPr>
                        <a:t>MkWh</a:t>
                      </a:r>
                      <a:endParaRPr lang="en-US" sz="2000" b="0" dirty="0">
                        <a:solidFill>
                          <a:srgbClr val="FF0000"/>
                        </a:solidFill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96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Variance  Pre</a:t>
                      </a:r>
                    </a:p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Variance Post</a:t>
                      </a:r>
                      <a:endParaRPr lang="en-US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2.52 E4    </a:t>
                      </a:r>
                    </a:p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4.36 E4</a:t>
                      </a:r>
                      <a:endParaRPr lang="en-PR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1.40 E4</a:t>
                      </a:r>
                    </a:p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2.07 E4</a:t>
                      </a:r>
                      <a:endParaRPr lang="en-PR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3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Observations (</a:t>
                      </a:r>
                      <a:r>
                        <a:rPr lang="en-US" sz="2000" b="0" dirty="0" err="1">
                          <a:latin typeface="Arial "/>
                        </a:rPr>
                        <a:t>Pre,Pos</a:t>
                      </a:r>
                      <a:r>
                        <a:rPr lang="en-US" sz="2000" b="0" dirty="0">
                          <a:latin typeface="Arial "/>
                        </a:rPr>
                        <a:t>)</a:t>
                      </a:r>
                      <a:endParaRPr lang="en-US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(72 48)</a:t>
                      </a:r>
                    </a:p>
                    <a:p>
                      <a:pPr algn="ctr"/>
                      <a:r>
                        <a:rPr lang="en-US" sz="2000" b="0" dirty="0" err="1">
                          <a:latin typeface="Arial "/>
                        </a:rPr>
                        <a:t>df</a:t>
                      </a:r>
                      <a:r>
                        <a:rPr lang="en-US" sz="2000" b="0" dirty="0">
                          <a:latin typeface="Arial "/>
                        </a:rPr>
                        <a:t> = 82</a:t>
                      </a:r>
                      <a:endParaRPr lang="en-US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(72,48)</a:t>
                      </a:r>
                    </a:p>
                    <a:p>
                      <a:pPr marL="0" marR="0" lvl="0" indent="0" algn="ctr" defTabSz="21945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err="1">
                          <a:latin typeface="Arial "/>
                        </a:rPr>
                        <a:t>df</a:t>
                      </a:r>
                      <a:r>
                        <a:rPr lang="en-US" sz="2000" b="0" dirty="0">
                          <a:latin typeface="Arial "/>
                        </a:rPr>
                        <a:t> = 118</a:t>
                      </a:r>
                      <a:endParaRPr lang="en-US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325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T-stat </a:t>
                      </a:r>
                    </a:p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 P-value – One-tail </a:t>
                      </a:r>
                      <a:endParaRPr lang="en-PR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8.84</a:t>
                      </a:r>
                    </a:p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7.48 E-14</a:t>
                      </a:r>
                      <a:endParaRPr lang="en-PR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"/>
                        </a:rPr>
                        <a:t>9.19</a:t>
                      </a:r>
                    </a:p>
                    <a:p>
                      <a:pPr algn="ctr"/>
                      <a:r>
                        <a:rPr lang="en-US" sz="1800" b="0" dirty="0">
                          <a:latin typeface="Arial "/>
                        </a:rPr>
                        <a:t> </a:t>
                      </a:r>
                      <a:r>
                        <a:rPr lang="en-US" sz="2000" b="0" dirty="0">
                          <a:latin typeface="Arial "/>
                        </a:rPr>
                        <a:t>8.04 E-16</a:t>
                      </a:r>
                      <a:endParaRPr lang="en-PR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07825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>
                <a:latin typeface="+mj-lt"/>
                <a:ea typeface="+mj-ea"/>
                <a:cs typeface="+mj-cs"/>
              </a:rPr>
              <a:t>Python – T test pre and post hurricane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1ED64888-746F-6F60-DD0F-999FB49BB0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sp>
        <p:nvSpPr>
          <p:cNvPr id="36" name="Slide Number Placeholder 4">
            <a:extLst>
              <a:ext uri="{FF2B5EF4-FFF2-40B4-BE49-F238E27FC236}">
                <a16:creationId xmlns:a16="http://schemas.microsoft.com/office/drawing/2014/main" id="{563B52F9-1535-0E1C-3E83-1CFA5C62B6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1903" y="809244"/>
            <a:ext cx="941832" cy="6217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43B8D3-9A08-F84C-9DD4-44948BA52D4B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1B742BF8-0956-7E94-FAF4-D42A92ACE16C}"/>
              </a:ext>
            </a:extLst>
          </p:cNvPr>
          <p:cNvSpPr>
            <a:spLocks/>
          </p:cNvSpPr>
          <p:nvPr/>
        </p:nvSpPr>
        <p:spPr>
          <a:xfrm>
            <a:off x="2324480" y="2221992"/>
            <a:ext cx="416354" cy="41635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28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 anchor="ctr">
            <a:normAutofit/>
          </a:bodyPr>
          <a:lstStyle/>
          <a:p>
            <a:r>
              <a:rPr lang="en-US" sz="3100"/>
              <a:t>Python – T test pre and post hurricane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BECC3A45-ADCF-398F-343E-C52406EDFA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sp>
        <p:nvSpPr>
          <p:cNvPr id="36" name="Slide Number Placeholder 4">
            <a:extLst>
              <a:ext uri="{FF2B5EF4-FFF2-40B4-BE49-F238E27FC236}">
                <a16:creationId xmlns:a16="http://schemas.microsoft.com/office/drawing/2014/main" id="{563B52F9-1535-0E1C-3E83-1CFA5C62B6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pPr>
              <a:spcAft>
                <a:spcPts val="600"/>
              </a:spcAft>
            </a:pPr>
            <a:fld id="{CC43B8D3-9A08-F84C-9DD4-44948BA52D4B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1B742BF8-0956-7E94-FAF4-D42A92ACE16C}"/>
              </a:ext>
            </a:extLst>
          </p:cNvPr>
          <p:cNvSpPr>
            <a:spLocks/>
          </p:cNvSpPr>
          <p:nvPr/>
        </p:nvSpPr>
        <p:spPr>
          <a:xfrm>
            <a:off x="2324480" y="2221992"/>
            <a:ext cx="416354" cy="41635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D99F92-20DC-E3E6-049F-4AF2B807F5C9}"/>
              </a:ext>
            </a:extLst>
          </p:cNvPr>
          <p:cNvSpPr txBox="1"/>
          <p:nvPr/>
        </p:nvSpPr>
        <p:spPr>
          <a:xfrm>
            <a:off x="3752305" y="2006394"/>
            <a:ext cx="46873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3504">
              <a:spcAft>
                <a:spcPts val="600"/>
              </a:spcAft>
            </a:pPr>
            <a:r>
              <a:rPr lang="en-US" sz="2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 were calculated using the following code</a:t>
            </a:r>
            <a:endParaRPr lang="LID4096" sz="2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A28705-4FF6-DD63-EE09-B464B57E7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165" y="2868168"/>
            <a:ext cx="7435667" cy="179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75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Python – plots of Gross generation and max demand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B742BF8-0956-7E94-FAF4-D42A92ACE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F8E09B-08F8-5A54-5DA6-BDAEDC4A4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4008" y="2446021"/>
            <a:ext cx="5160174" cy="3986213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9B527F-D735-4A31-F3A1-11883DD80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817" y="2446021"/>
            <a:ext cx="5160175" cy="398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80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FC65B13-DBA7-CB3E-F251-880122C1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Potential challenges &amp; solutions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C92178-B239-AAAD-CF10-C0CD04C1BA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1003A-1258-C8AB-E292-CE0E5E612B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E2BD-CD8C-7150-B844-1E9A1FB1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Challenges:</a:t>
            </a:r>
          </a:p>
          <a:p>
            <a:r>
              <a:rPr lang="en-US" dirty="0"/>
              <a:t>Generation has failed to reach its pre-Maria peak</a:t>
            </a:r>
          </a:p>
          <a:p>
            <a:r>
              <a:rPr lang="en-US" dirty="0"/>
              <a:t>The biggest plant in the island still runs on old fossil fuel generators</a:t>
            </a:r>
          </a:p>
          <a:p>
            <a:pPr marL="0" indent="0">
              <a:buNone/>
            </a:pPr>
            <a:r>
              <a:rPr lang="en-US" dirty="0"/>
              <a:t>Possible solutions:</a:t>
            </a:r>
          </a:p>
          <a:p>
            <a:r>
              <a:rPr lang="en-US" dirty="0"/>
              <a:t>Place capacitor banks to stabilize the grid by regulating power factor</a:t>
            </a:r>
          </a:p>
          <a:p>
            <a:r>
              <a:rPr lang="en-US" dirty="0"/>
              <a:t>Develop algorithms that can predict demand spikes and system irregularities</a:t>
            </a:r>
          </a:p>
          <a:p>
            <a:r>
              <a:rPr lang="en-US" dirty="0"/>
              <a:t>Replace old generators with renewable energy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052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729A509-992F-8C10-902D-182448B5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FA0F1E-A920-0194-981E-4B573643B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>
                <a:latin typeface="Arial Black" panose="020B0604020202020204" pitchFamily="34" charset="0"/>
                <a:cs typeface="Arial Black" panose="020B0604020202020204" pitchFamily="34" charset="0"/>
              </a:rPr>
              <a:t>Placeholder for references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i="1" dirty="0">
                <a:effectLst/>
                <a:latin typeface="Times New Roman" panose="02020603050405020304" pitchFamily="18" charset="0"/>
              </a:rPr>
              <a:t>Generation, consumption, cost, income and customers of the Puerto Rico electrical system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. (2023, March 13). </a:t>
            </a:r>
            <a:r>
              <a:rPr lang="en-US" sz="1200" dirty="0">
                <a:effectLst/>
                <a:latin typeface="Times New Roman" panose="02020603050405020304" pitchFamily="18" charset="0"/>
                <a:hlinkClick r:id="rId3"/>
              </a:rPr>
              <a:t>https://www.indicadores.pr/dataset/generacion-consumo-costo-ingresos-y-clientes-del-sistema-electrico-de-puerto-rico/resource/8025f821-45c1-4c6a-b2f4-8d641cc03df1</a:t>
            </a:r>
            <a:endParaRPr lang="en-US" sz="1200" dirty="0">
              <a:effectLst/>
              <a:latin typeface="Times New Roman" panose="02020603050405020304" pitchFamily="18" charset="0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Sandoval, R. (2019, 18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septiembre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). 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HOJA DE RUTA DE RECURSOS  ENERGÉTICOS DISTRIBUIDOS  PARA PUERTO RICO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hlinkClick r:id="rId4"/>
              </a:rPr>
              <a:t>https://ieefa.org/sites/default/files/2023-01/Hoja-de-ruta-de-recursos-energeticos-distribuidos-para-Puerto-Rico-Fase-I-Final-11_2019.pdf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200" dirty="0">
              <a:effectLst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200" dirty="0">
              <a:effectLst/>
              <a:latin typeface="Times New Roman" panose="02020603050405020304" pitchFamily="18" charset="0"/>
            </a:endParaRPr>
          </a:p>
          <a:p>
            <a:pPr fontAlgn="base"/>
            <a:endParaRPr lang="en-US" sz="1800" dirty="0">
              <a:effectLst/>
              <a:latin typeface="Times New Roman" panose="02020603050405020304" pitchFamily="18" charset="0"/>
            </a:endParaRPr>
          </a:p>
          <a:p>
            <a:pPr fontAlgn="base"/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fontAlgn="base"/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US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A502D19-C614-886C-4945-5880F36E09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46CC291-411B-349C-8657-ED39C084F8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08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45C2F8-2E24-F46B-AC7B-3070B3814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1353" y="2303131"/>
            <a:ext cx="6482080" cy="1975104"/>
          </a:xfrm>
        </p:spPr>
        <p:txBody>
          <a:bodyPr/>
          <a:lstStyle/>
          <a:p>
            <a:pPr algn="ctr"/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161219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9">
      <a:dk1>
        <a:srgbClr val="231F20"/>
      </a:dk1>
      <a:lt1>
        <a:srgbClr val="FFFFFF"/>
      </a:lt1>
      <a:dk2>
        <a:srgbClr val="231F20"/>
      </a:dk2>
      <a:lt2>
        <a:srgbClr val="FDF9E2"/>
      </a:lt2>
      <a:accent1>
        <a:srgbClr val="FC2834"/>
      </a:accent1>
      <a:accent2>
        <a:srgbClr val="43AAC7"/>
      </a:accent2>
      <a:accent3>
        <a:srgbClr val="00AA59"/>
      </a:accent3>
      <a:accent4>
        <a:srgbClr val="FEA000"/>
      </a:accent4>
      <a:accent5>
        <a:srgbClr val="FDEE6B"/>
      </a:accent5>
      <a:accent6>
        <a:srgbClr val="3266A6"/>
      </a:accent6>
      <a:hlink>
        <a:srgbClr val="FC2734"/>
      </a:hlink>
      <a:folHlink>
        <a:srgbClr val="42AAC7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441F37-C10B-49C7-9131-D813AD6E94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B0F111-FD6B-4279-A9B8-A9ADF27746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65A588-1D2A-427C-AA32-A236D95C8F89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230e9df3-be65-4c73-a93b-d1236ebd677e"/>
    <ds:schemaRef ds:uri="http://purl.org/dc/terms/"/>
    <ds:schemaRef ds:uri="http://schemas.microsoft.com/sharepoint/v3"/>
    <ds:schemaRef ds:uri="http://purl.org/dc/dcmitype/"/>
    <ds:schemaRef ds:uri="71af3243-3dd4-4a8d-8c0d-dd76da1f02a5"/>
    <ds:schemaRef ds:uri="16c05727-aa75-4e4a-9b5f-8a80a1165891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Metropolitan design</Template>
  <TotalTime>216</TotalTime>
  <Words>514</Words>
  <Application>Microsoft Office PowerPoint</Application>
  <PresentationFormat>Widescreen</PresentationFormat>
  <Paragraphs>109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</vt:lpstr>
      <vt:lpstr>Arial Black</vt:lpstr>
      <vt:lpstr>Arial Black (Body)</vt:lpstr>
      <vt:lpstr>Calibri</vt:lpstr>
      <vt:lpstr>Segoe UI</vt:lpstr>
      <vt:lpstr>Tahoma</vt:lpstr>
      <vt:lpstr>Times New Roman</vt:lpstr>
      <vt:lpstr>Office Theme</vt:lpstr>
      <vt:lpstr>   Analysis of Puerto Rico’s Status of Electrical Infrastructure SURE C^2   Carmen Caiseda Daniel Barreiro Onix González Jorge Feliciano </vt:lpstr>
      <vt:lpstr>Agenda</vt:lpstr>
      <vt:lpstr>Introduction</vt:lpstr>
      <vt:lpstr>Data Management </vt:lpstr>
      <vt:lpstr>Data analysis - collection</vt:lpstr>
      <vt:lpstr>Excel Visualizations of Max Demand and Weather Data</vt:lpstr>
      <vt:lpstr>Excel Visualizations of Max Demand and Weather Data</vt:lpstr>
      <vt:lpstr>Excel Visualizations of Max Demand and Weather Data</vt:lpstr>
      <vt:lpstr>Python – Date formatting</vt:lpstr>
      <vt:lpstr>Python – T test pre and post hurricane</vt:lpstr>
      <vt:lpstr>Python – T test pre and post hurricane</vt:lpstr>
      <vt:lpstr>Python – plots of Gross generation and max demand</vt:lpstr>
      <vt:lpstr>Potential challenges &amp; solutions</vt:lpstr>
      <vt:lpstr>References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Puerto Rico’s electrical Grid Collapse  SURE C^2 Daniel Barreiro Torres</dc:title>
  <dc:creator>Daniel Barreiro</dc:creator>
  <cp:lastModifiedBy>Daniel Barreiro</cp:lastModifiedBy>
  <cp:revision>1</cp:revision>
  <dcterms:created xsi:type="dcterms:W3CDTF">2024-03-26T18:20:31Z</dcterms:created>
  <dcterms:modified xsi:type="dcterms:W3CDTF">2024-04-04T18:50:31Z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